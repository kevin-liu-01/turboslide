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 show="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A3B2C1D-0001-4000-8000-000000000001}">
          <p14:sldIdLst>
            <p14:sldId id="256"/>
          </p14:sldIdLst>
        </p14:section>
        <p14:section name="Body" id="{4A3B2C1D-0002-4000-8000-000000000002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on the first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urboslide.vercel.app" TargetMode="Externa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Import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slides of text for the reader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uns and lists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Runs and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 item</a:t>
            </a:r>
          </a:p>
          <a:p>
            <a:pPr lvl="1"/>
            <a:r>
              <a:t>Second level item</a:t>
            </a:r>
          </a:p>
          <a:p>
            <a:pPr lvl="2"/>
            <a:r>
              <a:t>Third level item</a:t>
            </a:r>
          </a:p>
          <a:p>
            <a:pPr/>
            <a:r>
              <a:t>Back to the first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6400800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/>
              <a:t>Plain, </a:t>
            </a:r>
            <a:r>
              <a:rPr sz="1800" b="1"/>
              <a:t>bold, </a:t>
            </a:r>
            <a:r>
              <a:rPr sz="1800" i="1"/>
              <a:t>italic, </a:t>
            </a:r>
            <a:r>
              <a:rPr sz="1800" u="sng"/>
              <a:t>underlined, </a:t>
            </a:r>
            <a:r>
              <a:rPr sz="1800" strike="sngStrike"/>
              <a:t>struck, </a:t>
            </a:r>
            <a:r>
              <a:rPr sz="1800" baseline="30000"/>
              <a:t>sup</a:t>
            </a:r>
            <a:r>
              <a:rPr sz="1800"/>
              <a:t> and </a:t>
            </a:r>
            <a:r>
              <a:rPr sz="1800" baseline="-25000"/>
              <a:t>sub</a:t>
            </a:r>
            <a:r>
              <a:rPr sz="1800"/>
              <a:t>, </a:t>
            </a:r>
            <a:r>
              <a:rPr sz="1800">
                <a:solidFill>
                  <a:srgbClr val="2F5CE0"/>
                </a:solidFill>
              </a:rPr>
              <a:t>blue, </a:t>
            </a:r>
            <a:r>
              <a:rPr sz="1800">
                <a:highlight>
                  <a:srgbClr val="FFFF00"/>
                </a:highlight>
              </a:rPr>
              <a:t>highlighted, </a:t>
            </a:r>
            <a:r>
              <a:rPr sz="1800">
                <a:hlinkClick r:id="rId2"/>
              </a:rPr>
              <a:t>a link</a:t>
            </a:r>
            <a:r>
              <a:rPr sz="1800"/>
              <a:t> and </a:t>
            </a:r>
            <a:r>
              <a:rPr sz="1800">
                <a:hlinkClick r:id="rId3" action="ppaction://hlinksldjump"/>
              </a:rPr>
              <a:t>a jump to the hidden slide</a:t>
            </a:r>
            <a:r>
              <a:rPr sz="180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00"/>
            <a:ext cx="4191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4"/>
            </a:pPr>
            <a:r>
              <a:rPr sz="1800"/>
              <a:t>Fourth step</a:t>
            </a:r>
          </a:p>
          <a:p>
            <a:pPr marL="342900" indent="-342900">
              <a:buAutoNum type="arabicPeriod" startAt="4"/>
            </a:pPr>
            <a:r>
              <a:rPr sz="1800"/>
              <a:t>Fifth step</a:t>
            </a:r>
          </a:p>
          <a:p>
            <a:pPr marL="342900" indent="-342900">
              <a:buAutoNum type="arabicPeriod" startAt="4"/>
            </a:pPr>
            <a:r>
              <a:rPr sz="1800"/>
              <a:t>Sixth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This slide is hidden and is the jump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fixture 01 text</dc:title>
  <dc:subject/>
  <dc:creator>Turboslide</dc:creator>
  <cp:keywords/>
  <dc:description>generated using python-pptx</dc:description>
  <cp:lastModifiedBy>Turboslide</cp:lastModifiedBy>
  <cp:revision>1</cp:revision>
  <dcterms:created xsi:type="dcterms:W3CDTF">2026-09-15T00:00:00Z</dcterms:created>
  <dcterms:modified xsi:type="dcterms:W3CDTF">2026-09-15T00:00:00Z</dcterms:modified>
  <cp:category/>
</cp:coreProperties>
</file>