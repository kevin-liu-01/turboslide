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esets and outlines">
    <p:spTree>
      <p:nvGrpSpPr>
        <p:cNvPr id="1" name=""/>
        <p:cNvGrpSpPr/>
        <p:nvPr/>
      </p:nvGrpSpPr>
      <p:grpSpPr/>
      <p:sp>
        <p:nvSpPr>
          <p:cNvPr id="2" name="Rounded plate"/>
          <p:cNvSpPr/>
          <p:nvPr/>
        </p:nvSpPr>
        <p:spPr>
          <a:xfrm>
            <a:off x="457200" y="457200"/>
            <a:ext cx="2286000" cy="1371600"/>
          </a:xfrm>
          <a:prstGeom prst="roundRect">
            <a:avLst>
              <a:gd name="adj" fmla="val 30000"/>
            </a:avLst>
          </a:prstGeom>
          <a:solidFill>
            <a:srgbClr val="2F5CE0"/>
          </a:solidFill>
          <a:ln w="19050">
            <a:solidFill>
              <a:srgbClr val="07070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0"/>
              <a:t>Rounded</a:t>
            </a:r>
          </a:p>
        </p:txBody>
      </p:sp>
      <p:sp>
        <p:nvSpPr>
          <p:cNvPr id="3" name="Ellipse"/>
          <p:cNvSpPr/>
          <p:nvPr/>
        </p:nvSpPr>
        <p:spPr>
          <a:xfrm>
            <a:off x="3048000" y="457200"/>
            <a:ext cx="1828800" cy="1371600"/>
          </a:xfrm>
          <a:prstGeom prst="ellipse">
            <a:avLst/>
          </a:prstGeom>
          <a:solidFill>
            <a:srgbClr val="12A37A"/>
          </a:solidFill>
          <a:ln w="25400">
            <a:solidFill>
              <a:srgbClr val="070707"/>
            </a:solidFill>
            <a:prstDash val="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riangle"/>
          <p:cNvSpPr/>
          <p:nvPr/>
        </p:nvSpPr>
        <p:spPr>
          <a:xfrm rot="900000">
            <a:off x="5181600" y="457200"/>
            <a:ext cx="1828800" cy="1371600"/>
          </a:xfrm>
          <a:prstGeom prst="triangle">
            <a:avLst/>
          </a:prstGeom>
          <a:solidFill>
            <a:srgbClr val="F0A020"/>
          </a:solidFill>
          <a:ln w="12700">
            <a:solidFill>
              <a:srgbClr val="3A3D4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"/>
          <p:cNvSpPr/>
          <p:nvPr/>
        </p:nvSpPr>
        <p:spPr>
          <a:xfrm rot="20700000">
            <a:off x="7315200" y="457200"/>
            <a:ext cx="1828800" cy="1371600"/>
          </a:xfrm>
          <a:prstGeom prst="chevron">
            <a:avLst/>
          </a:prstGeom>
          <a:solidFill>
            <a:srgbClr val="E5484D"/>
          </a:solidFill>
          <a:ln w="12700">
            <a:solidFill>
              <a:srgbClr val="070707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llout"/>
          <p:cNvSpPr/>
          <p:nvPr/>
        </p:nvSpPr>
        <p:spPr>
          <a:xfrm>
            <a:off x="9448800" y="457200"/>
            <a:ext cx="2286000" cy="1371600"/>
          </a:xfrm>
          <a:prstGeom prst="wedgeRectCallout">
            <a:avLst>
              <a:gd name="adj1" fmla="val -40000"/>
              <a:gd name="adj2" fmla="val 90000"/>
            </a:avLst>
          </a:prstGeom>
          <a:solidFill>
            <a:srgbClr val="FFFFFF"/>
          </a:solidFill>
          <a:ln w="12700">
            <a:solidFill>
              <a:srgbClr val="070707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0"/>
              <a:t>A callout</a:t>
            </a:r>
          </a:p>
        </p:txBody>
      </p:sp>
      <p:sp>
        <p:nvSpPr>
          <p:cNvPr id="7" name="Decision"/>
          <p:cNvSpPr/>
          <p:nvPr/>
        </p:nvSpPr>
        <p:spPr>
          <a:xfrm>
            <a:off x="457200" y="2286000"/>
            <a:ext cx="2286000" cy="1371600"/>
          </a:xfrm>
          <a:prstGeom prst="flowChartDecision">
            <a:avLst/>
          </a:prstGeom>
          <a:solidFill>
            <a:srgbClr val="F6F6F6"/>
          </a:solidFill>
          <a:ln w="38100">
            <a:solidFill>
              <a:srgbClr val="8A8F98"/>
            </a:solidFill>
            <a:prstDash val="lg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0"/>
              <a:t>Yes or no</a:t>
            </a:r>
          </a:p>
        </p:txBody>
      </p:sp>
      <p:sp>
        <p:nvSpPr>
          <p:cNvPr id="8" name="Flipped arrow"/>
          <p:cNvSpPr/>
          <p:nvPr/>
        </p:nvSpPr>
        <p:spPr>
          <a:xfrm flipH="1">
            <a:off x="3048000" y="2286000"/>
            <a:ext cx="1828800" cy="914400"/>
          </a:xfrm>
          <a:prstGeom prst="rightArrow">
            <a:avLst/>
          </a:prstGeom>
          <a:solidFill>
            <a:srgbClr val="0707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ipped both"/>
          <p:cNvSpPr/>
          <p:nvPr/>
        </p:nvSpPr>
        <p:spPr>
          <a:xfrm flipH="1" flipV="1">
            <a:off x="5181600" y="2286000"/>
            <a:ext cx="1828800" cy="914400"/>
          </a:xfrm>
          <a:prstGeom prst="rtTriangle">
            <a:avLst/>
          </a:prstGeom>
          <a:solidFill>
            <a:srgbClr val="3A3D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hadowed"/>
          <p:cNvSpPr/>
          <p:nvPr/>
        </p:nvSpPr>
        <p:spPr>
          <a:xfrm>
            <a:off x="7315200" y="2286000"/>
            <a:ext cx="2286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70707"/>
            </a:solidFill>
            <a:prstDash val="sysDot"/>
          </a:ln>
          <a:effectLst>
            <a:outerShdw blurRad="76200" dist="38100" dir="2700000" algn="tl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utline only"/>
          <p:cNvSpPr/>
          <p:nvPr/>
        </p:nvSpPr>
        <p:spPr>
          <a:xfrm>
            <a:off x="9906000" y="2286000"/>
            <a:ext cx="1828800" cy="914400"/>
          </a:xfrm>
          <a:prstGeom prst="rect">
            <a:avLst/>
          </a:prstGeom>
          <a:noFill/>
          <a:ln w="50800">
            <a:solidFill>
              <a:srgbClr val="070707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adient" descr="A blue to white gradient"/>
          <p:cNvSpPr/>
          <p:nvPr/>
        </p:nvSpPr>
        <p:spPr>
          <a:xfrm>
            <a:off x="457200" y="4114800"/>
            <a:ext cx="2286000" cy="914400"/>
          </a:xfrm>
          <a:prstGeom prst="rect">
            <a:avLst/>
          </a:prstGeom>
          <a:gradFill rotWithShape="1">
            <a:gsLst>
              <a:gs pos="0">
                <a:srgbClr val="2F5CE0"/>
              </a:gs>
              <a:gs pos="100000">
                <a:srgbClr val="FFFFFF"/>
              </a:gs>
            </a:gsLst>
            <a:lin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idden box" hidden="1"/>
          <p:cNvSpPr/>
          <p:nvPr/>
        </p:nvSpPr>
        <p:spPr>
          <a:xfrm>
            <a:off x="3048000" y="411480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hree D"/>
          <p:cNvSpPr/>
          <p:nvPr/>
        </p:nvSpPr>
        <p:spPr>
          <a:xfrm>
            <a:off x="4267200" y="4114800"/>
            <a:ext cx="1828800" cy="914400"/>
          </a:xfrm>
          <a:prstGeom prst="rect">
            <a:avLst/>
          </a:prstGeom>
          <a:solidFill>
            <a:srgbClr val="8A8F98"/>
          </a:solidFill>
          <a:scene3d>
            <a:camera prst="orthographicFront"/>
            <a:lightRig rig="threePt" dir="t"/>
          </a:scene3d>
          <a:sp3d extrusionH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ines and connectors">
    <p:spTree>
      <p:nvGrpSpPr>
        <p:cNvPr id="1" name=""/>
        <p:cNvGrpSpPr/>
        <p:nvPr/>
      </p:nvGrpSpPr>
      <p:grpSpPr/>
      <p:sp>
        <p:nvSpPr>
          <p:cNvPr id="2" name="Left box"/>
          <p:cNvSpPr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solidFill>
            <a:srgbClr val="F6F6F6"/>
          </a:solidFill>
          <a:ln w="12700"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box"/>
          <p:cNvSpPr/>
          <p:nvPr/>
        </p:nvSpPr>
        <p:spPr>
          <a:xfrm>
            <a:off x="6400800" y="3657600"/>
            <a:ext cx="1828800" cy="1371600"/>
          </a:xfrm>
          <a:prstGeom prst="rect">
            <a:avLst/>
          </a:prstGeom>
          <a:solidFill>
            <a:srgbClr val="F6F6F6"/>
          </a:solidFill>
          <a:ln w="12700"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Straight arrow"/>
          <p:cNvCxnSpPr/>
          <p:nvPr/>
        </p:nvCxnSpPr>
        <p:spPr>
          <a:xfrm>
            <a:off x="914400" y="3657600"/>
            <a:ext cx="3657600" cy="0"/>
          </a:xfrm>
          <a:prstGeom prst="line">
            <a:avLst/>
          </a:prstGeom>
          <a:ln w="25400">
            <a:solidFill>
              <a:srgbClr val="070707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bow"/>
          <p:cNvCxnSpPr>
            <a:stCxn id="2" idx="3"/>
            <a:endCxn id="3" idx="1"/>
          </p:cNvCxnSpPr>
          <p:nvPr/>
        </p:nvCxnSpPr>
        <p:spPr>
          <a:xfrm>
            <a:off x="2743200" y="2057400"/>
            <a:ext cx="3657600" cy="2286000"/>
          </a:xfrm>
          <a:prstGeom prst="bentConnector3">
            <a:avLst/>
          </a:prstGeom>
          <a:ln w="19050">
            <a:solidFill>
              <a:srgbClr val="2F5CE0"/>
            </a:solidFill>
            <a:prstDash val="das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urved"/>
          <p:cNvCxnSpPr>
            <a:stCxn id="2" idx="2"/>
            <a:endCxn id="3" idx="0"/>
          </p:cNvCxnSpPr>
          <p:nvPr/>
        </p:nvCxnSpPr>
        <p:spPr>
          <a:xfrm>
            <a:off x="1828800" y="2743200"/>
            <a:ext cx="5486400" cy="914400"/>
          </a:xfrm>
          <a:prstGeom prst="curvedConnector3">
            <a:avLst/>
          </a:prstGeom>
          <a:ln w="12700">
            <a:solidFill>
              <a:srgbClr val="12A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Hair rule"/>
          <p:cNvCxnSpPr/>
          <p:nvPr/>
        </p:nvCxnSpPr>
        <p:spPr>
          <a:xfrm>
            <a:off x="9144000" y="1371600"/>
            <a:ext cx="2743200" cy="0"/>
          </a:xfrm>
          <a:prstGeom prst="line">
            <a:avLst/>
          </a:prstGeom>
          <a:ln w="9525">
            <a:solidFill>
              <a:srgbClr val="070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ertical line"/>
          <p:cNvCxnSpPr/>
          <p:nvPr/>
        </p:nvCxnSpPr>
        <p:spPr>
          <a:xfrm>
            <a:off x="9144000" y="2286000"/>
            <a:ext cx="0" cy="3200400"/>
          </a:xfrm>
          <a:prstGeom prst="line">
            <a:avLst/>
          </a:prstGeom>
          <a:ln w="38100">
            <a:solidFill>
              <a:srgbClr val="3A3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"/>
          <p:cNvSpPr/>
          <p:nvPr/>
        </p:nvSpPr>
        <p:spPr>
          <a:xfrm>
            <a:off x="9601200" y="228600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0"/>
                </a:moveTo>
                <a:lnTo>
                  <a:pt x="1828800" y="0"/>
                </a:lnTo>
                <a:lnTo>
                  <a:pt x="1828800" y="1828800"/>
                </a:lnTo>
                <a:cubicBezTo>
                  <a:pt x="1828800" y="2743200"/>
                  <a:pt x="0" y="2743200"/>
                  <a:pt x="0" y="0"/>
                </a:cubicBezTo>
                <a:close/>
              </a:path>
            </a:pathLst>
          </a:custGeom>
          <a:solidFill>
            <a:srgbClr val="F0A020"/>
          </a:solidFill>
          <a:ln w="12700"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Groups">
    <p:spTree>
      <p:nvGrpSpPr>
        <p:cNvPr id="1" name=""/>
        <p:cNvGrpSpPr/>
        <p:nvPr/>
      </p:nvGrpSpPr>
      <p:grpSpPr/>
      <p:grpSp>
        <p:nvGrpSpPr>
          <p:cNvPr id="2" name="Trio"/>
          <p:cNvGrpSpPr/>
          <p:nvPr/>
        </p:nvGrpSpPr>
        <p:grpSpPr>
          <a:xfrm rot="1800000">
            <a:off x="914400" y="1371600"/>
            <a:ext cx="3886200" cy="914400"/>
            <a:chOff x="914400" y="1371600"/>
            <a:chExt cx="3886200" cy="914400"/>
          </a:xfrm>
        </p:grpSpPr>
        <p:sp>
          <p:nvSpPr>
            <p:cNvPr id="3" name="Trio one"/>
            <p:cNvSpPr/>
            <p:nvPr/>
          </p:nvSpPr>
          <p:spPr>
            <a:xfrm>
              <a:off x="914400" y="1371600"/>
              <a:ext cx="1143000" cy="914400"/>
            </a:xfrm>
            <a:prstGeom prst="rect">
              <a:avLst/>
            </a:prstGeom>
            <a:solidFill>
              <a:srgbClr val="2F5CE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r>
                <a:rPr sz="1600" b="0"/>
                <a:t>1</a:t>
              </a:r>
            </a:p>
          </p:txBody>
        </p:sp>
        <p:sp>
          <p:nvSpPr>
            <p:cNvPr id="4" name="Trio two"/>
            <p:cNvSpPr/>
            <p:nvPr/>
          </p:nvSpPr>
          <p:spPr>
            <a:xfrm>
              <a:off x="2286000" y="1371600"/>
              <a:ext cx="1143000" cy="914400"/>
            </a:xfrm>
            <a:prstGeom prst="rect">
              <a:avLst/>
            </a:prstGeom>
            <a:solidFill>
              <a:srgbClr val="12A37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r>
                <a:rPr sz="1600" b="0"/>
                <a:t>2</a:t>
              </a:r>
            </a:p>
          </p:txBody>
        </p:sp>
        <p:sp>
          <p:nvSpPr>
            <p:cNvPr id="5" name="Trio three"/>
            <p:cNvSpPr/>
            <p:nvPr/>
          </p:nvSpPr>
          <p:spPr>
            <a:xfrm>
              <a:off x="3657600" y="1371600"/>
              <a:ext cx="1143000" cy="914400"/>
            </a:xfrm>
            <a:prstGeom prst="rect">
              <a:avLst/>
            </a:prstGeom>
            <a:solidFill>
              <a:srgbClr val="F0A02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r>
                <a:rPr sz="1600" b="0"/>
                <a:t>3</a:t>
              </a:r>
            </a:p>
          </p:txBody>
        </p:sp>
      </p:grpSp>
      <p:grpSp>
        <p:nvGrpSpPr>
          <p:cNvPr id="6" name="Outer"/>
          <p:cNvGrpSpPr/>
          <p:nvPr/>
        </p:nvGrpSpPr>
        <p:grpSpPr>
          <a:xfrm>
            <a:off x="6400800" y="1371600"/>
            <a:ext cx="3886200" cy="1371600"/>
            <a:chOff x="6400800" y="1371600"/>
            <a:chExt cx="3886200" cy="1371600"/>
          </a:xfrm>
        </p:grpSpPr>
        <p:sp>
          <p:nvSpPr>
            <p:cNvPr id="7" name="Outer box"/>
            <p:cNvSpPr/>
            <p:nvPr/>
          </p:nvSpPr>
          <p:spPr>
            <a:xfrm>
              <a:off x="6400800" y="1371600"/>
              <a:ext cx="1371600" cy="1371600"/>
            </a:xfrm>
            <a:prstGeom prst="rect">
              <a:avLst/>
            </a:prstGeom>
            <a:solidFill>
              <a:srgbClr val="3A3D4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8" name="Inner"/>
            <p:cNvGrpSpPr/>
            <p:nvPr/>
          </p:nvGrpSpPr>
          <p:grpSpPr>
            <a:xfrm>
              <a:off x="8229600" y="1371600"/>
              <a:ext cx="2057400" cy="914400"/>
              <a:chOff x="8229600" y="1371600"/>
              <a:chExt cx="2057400" cy="914400"/>
            </a:xfrm>
          </p:grpSpPr>
          <p:sp>
            <p:nvSpPr>
              <p:cNvPr id="9" name="Inner one"/>
              <p:cNvSpPr/>
              <p:nvPr/>
            </p:nvSpPr>
            <p:spPr>
              <a:xfrm>
                <a:off x="8229600" y="1371600"/>
                <a:ext cx="914400" cy="914400"/>
              </a:xfrm>
              <a:prstGeom prst="ellipse">
                <a:avLst/>
              </a:prstGeom>
              <a:solidFill>
                <a:srgbClr val="E5484D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Inner two"/>
              <p:cNvSpPr/>
              <p:nvPr/>
            </p:nvSpPr>
            <p:spPr>
              <a:xfrm>
                <a:off x="9372600" y="1371600"/>
                <a:ext cx="914400" cy="914400"/>
              </a:xfrm>
              <a:prstGeom prst="ellipse">
                <a:avLst/>
              </a:prstGeom>
              <a:solidFill>
                <a:srgbClr val="E5484D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1" name="Lone group"/>
          <p:cNvGrpSpPr/>
          <p:nvPr/>
        </p:nvGrpSpPr>
        <p:grpSpPr>
          <a:xfrm>
            <a:off x="914400" y="4114800"/>
            <a:ext cx="2286000" cy="914400"/>
            <a:chOff x="914400" y="4114800"/>
            <a:chExt cx="2286000" cy="914400"/>
          </a:xfrm>
        </p:grpSpPr>
        <p:sp>
          <p:nvSpPr>
            <p:cNvPr id="12" name="Lone member" descr="The only member of its group"/>
            <p:cNvSpPr/>
            <p:nvPr/>
          </p:nvSpPr>
          <p:spPr>
            <a:xfrm>
              <a:off x="914400" y="4114800"/>
              <a:ext cx="2286000" cy="914400"/>
            </a:xfrm>
            <a:prstGeom prst="rect">
              <a:avLst/>
            </a:prstGeom>
            <a:solidFill>
              <a:srgbClr val="F6F6F6"/>
            </a:solidFill>
            <a:ln w="12700">
              <a:solidFill>
                <a:srgbClr val="07070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python-pptx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 fixture 02 shapes</dc:title>
  <dc:subject/>
  <dc:creator>Turboslide</dc:creator>
  <cp:keywords/>
  <dc:description>generated using python-pptx</dc:description>
  <cp:lastModifiedBy>Turboslide</cp:lastModifiedBy>
  <cp:revision>1</cp:revision>
  <dcterms:created xsi:type="dcterms:W3CDTF">2026-09-15T00:00:00Z</dcterms:created>
  <dcterms:modified xsi:type="dcterms:W3CDTF">2026-09-15T00:00:00Z</dcterms:modified>
  <cp:category/>
</cp:coreProperties>
</file>