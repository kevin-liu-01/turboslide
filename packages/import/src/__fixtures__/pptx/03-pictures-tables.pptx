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gif"/><Relationship Id="rId5" Type="http://schemas.openxmlformats.org/officeDocument/2006/relationships/image" Target="../media/image4.bmp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ictures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NG picture" descr="A blue PNG with a dark b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438400" cy="1371600"/>
          </a:xfrm>
          <a:prstGeom prst="rect">
            <a:avLst/>
          </a:prstGeom>
        </p:spPr>
      </p:pic>
      <p:pic>
        <p:nvPicPr>
          <p:cNvPr id="3" name="JPEG picture" descr="image.jpg"/>
          <p:cNvPicPr>
            <a:picLocks noChangeAspect="1"/>
          </p:cNvPicPr>
          <p:nvPr/>
        </p:nvPicPr>
        <p:blipFill>
          <a:blip r:embed="rId3"/>
          <a:srcRect l="10000" r="10000" t="5000"/>
          <a:stretch>
            <a:fillRect/>
          </a:stretch>
        </p:blipFill>
        <p:spPr>
          <a:xfrm>
            <a:off x="3200400" y="457200"/>
            <a:ext cx="2438400" cy="1371600"/>
          </a:xfrm>
          <a:prstGeom prst="rect">
            <a:avLst/>
          </a:prstGeom>
        </p:spPr>
      </p:pic>
      <p:pic>
        <p:nvPicPr>
          <p:cNvPr id="4" name="GIF picture" descr="image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457200"/>
            <a:ext cx="2438400" cy="1371600"/>
          </a:xfrm>
          <a:prstGeom prst="ellipse">
            <a:avLst/>
          </a:prstGeom>
        </p:spPr>
      </p:pic>
      <p:pic>
        <p:nvPicPr>
          <p:cNvPr id="5" name="BMP picture" descr="image.bm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457200"/>
            <a:ext cx="2438400" cy="1371600"/>
          </a:xfrm>
          <a:prstGeom prst="rect">
            <a:avLst/>
          </a:prstGeom>
        </p:spPr>
      </p:pic>
      <p:pic>
        <p:nvPicPr>
          <p:cNvPr id="6" name="Faded picture" descr="image.png"/>
          <p:cNvPicPr>
            <a:picLocks noChangeAspect="1"/>
          </p:cNvPicPr>
          <p:nvPr/>
        </p:nvPicPr>
        <p:blipFill>
          <a:blip r:embed="rId6">
            <a:alphaModFix amt="60000"/>
            <a:lum bright="20000" contrast="-10000"/>
          </a:blip>
          <a:stretch>
            <a:fillRect/>
          </a:stretch>
        </p:blipFill>
        <p:spPr>
          <a:xfrm>
            <a:off x="457200" y="2286000"/>
            <a:ext cx="2438400" cy="1371600"/>
          </a:xfrm>
          <a:prstGeom prst="rect">
            <a:avLst/>
          </a:prstGeom>
        </p:spPr>
      </p:pic>
      <p:pic>
        <p:nvPicPr>
          <p:cNvPr id="7" name="Framed picture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2286000"/>
            <a:ext cx="2438400" cy="1371600"/>
          </a:xfrm>
          <a:prstGeom prst="rect">
            <a:avLst/>
          </a:prstGeom>
          <a:ln w="19050">
            <a:solidFill>
              <a:srgbClr val="070707"/>
            </a:solidFill>
          </a:ln>
        </p:spPr>
      </p:pic>
      <p:pic>
        <p:nvPicPr>
          <p:cNvPr id="8" name="Grayscale picture" descr="image.jpg"/>
          <p:cNvPicPr>
            <a:picLocks noChangeAspect="1"/>
          </p:cNvPicPr>
          <p:nvPr/>
        </p:nvPicPr>
        <p:blipFill>
          <a:blip r:embed="rId8">
            <a:grayscl/>
          </a:blip>
          <a:stretch>
            <a:fillRect/>
          </a:stretch>
        </p:blipFill>
        <p:spPr>
          <a:xfrm>
            <a:off x="5943600" y="2286000"/>
            <a:ext cx="2438400" cy="1371600"/>
          </a:xfrm>
          <a:prstGeom prst="rect">
            <a:avLst/>
          </a:prstGeom>
        </p:spPr>
      </p:pic>
      <p:pic>
        <p:nvPicPr>
          <p:cNvPr id="9" name="Same PNG again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286000"/>
            <a:ext cx="24384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ables"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Plans table"/>
          <p:cNvGraphicFramePr>
            <a:graphicFrameLocks noGrp="1"/>
          </p:cNvGraphicFramePr>
          <p:nvPr/>
        </p:nvGraphicFramePr>
        <p:xfrm>
          <a:off x="914400" y="9144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7315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Plan</a:t>
                      </a:r>
                    </a:p>
                  </a:txBody>
                  <a:tcPr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Seats</a:t>
                      </a:r>
                    </a:p>
                  </a:txBody>
                  <a:tcPr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Price</a:t>
                      </a:r>
                    </a:p>
                  </a:txBody>
                  <a:tcPr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Support</a:t>
                      </a:r>
                    </a:p>
                  </a:txBody>
                  <a:tcPr>
                    <a:solidFill>
                      <a:srgbClr val="07070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600"/>
                        <a:t>Starter</a:t>
                      </a:r>
                    </a:p>
                  </a:txBody>
                  <a:tcPr>
                    <a:lnB w="12700" cap="flat" cmpd="sng">
                      <a:solidFill>
                        <a:srgbClr val="07070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5</a:t>
                      </a:r>
                    </a:p>
                  </a:txBody>
                  <a:tcPr>
                    <a:lnB w="12700" cap="flat" cmpd="sng">
                      <a:solidFill>
                        <a:srgbClr val="07070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$49</a:t>
                      </a:r>
                    </a:p>
                  </a:txBody>
                  <a:tcPr>
                    <a:lnB w="12700" cap="flat" cmpd="sng">
                      <a:solidFill>
                        <a:srgbClr val="070707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Email</a:t>
                      </a:r>
                    </a:p>
                  </a:txBody>
                  <a:tcPr>
                    <a:lnL w="25400">
                      <a:solidFill>
                        <a:srgbClr val="2F5CE0"/>
                      </a:solidFill>
                    </a:lnL>
                    <a:lnB w="12700" cap="flat" cmpd="sng">
                      <a:solidFill>
                        <a:srgbClr val="070707"/>
                      </a:solidFill>
                      <a:prstDash val="soli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600"/>
                        <a:t>Team</a:t>
                      </a:r>
                    </a:p>
                  </a:txBody>
                  <a:tcPr>
                    <a:lnB w="12700" cap="flat" cmpd="sng">
                      <a:solidFill>
                        <a:srgbClr val="070707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sz="1600"/>
                        <a:t>25 to unlimited</a:t>
                      </a:r>
                    </a:p>
                  </a:txBody>
                  <a:tcPr>
                    <a:lnB w="12700" cap="flat" cmpd="sng">
                      <a:solidFill>
                        <a:srgbClr val="07070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$199</a:t>
                      </a:r>
                    </a:p>
                  </a:txBody>
                  <a:tcPr>
                    <a:lnB w="12700" cap="flat" cmpd="sng">
                      <a:solidFill>
                        <a:srgbClr val="070707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Chat</a:t>
                      </a:r>
                    </a:p>
                  </a:txBody>
                  <a:tcPr>
                    <a:lnB w="12700" cap="flat" cmpd="sng">
                      <a:solidFill>
                        <a:srgbClr val="070707"/>
                      </a:solidFill>
                      <a:prstDash val="soli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600"/>
                        <a:t>Enterprise</a:t>
                      </a:r>
                    </a:p>
                  </a:txBody>
                  <a:tcPr>
                    <a:lnB w="12700" cap="flat" cmpd="sng">
                      <a:solidFill>
                        <a:srgbClr val="070707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lnB w="12700" cap="flat" cmpd="sng">
                      <a:solidFill>
                        <a:srgbClr val="07070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Call us</a:t>
                      </a:r>
                    </a:p>
                  </a:txBody>
                  <a:tcPr>
                    <a:lnB w="12700" cap="flat" cmpd="sng">
                      <a:solidFill>
                        <a:srgbClr val="070707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/>
                        <a:t>Phone</a:t>
                      </a:r>
                    </a:p>
                  </a:txBody>
                  <a:tcPr>
                    <a:lnB w="12700" cap="flat" cmpd="sng">
                      <a:solidFill>
                        <a:srgbClr val="070707"/>
                      </a:solidFill>
                      <a:prstDash val="solid"/>
                    </a:lnB>
                  </a:tcPr>
                </a:tc>
              </a:tr>
              <a:tr h="731520">
                <a:tc gridSpan="4">
                  <a:txBody>
                    <a:bodyPr/>
                    <a:lstStyle/>
                    <a:p>
                      <a:r>
                        <a:rPr sz="1400"/>
                        <a:t>Prices are per month</a:t>
                      </a:r>
                    </a:p>
                  </a:txBody>
                  <a:tcPr>
                    <a:lnB w="12700" cap="flat" cmpd="sng">
                      <a:solidFill>
                        <a:srgbClr val="07070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B w="12700" cap="flat" cmpd="sng">
                      <a:solidFill>
                        <a:srgbClr val="07070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B w="12700" cap="flat" cmpd="sng">
                      <a:solidFill>
                        <a:srgbClr val="07070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B w="12700" cap="flat" cmpd="sng">
                      <a:solidFill>
                        <a:srgbClr val="07070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3" name="Wide table"/>
          <p:cNvGraphicFramePr>
            <a:graphicFrameLocks noGrp="1"/>
          </p:cNvGraphicFramePr>
          <p:nvPr/>
        </p:nvGraphicFramePr>
        <p:xfrm>
          <a:off x="457200" y="5029200"/>
          <a:ext cx="1127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028"/>
                <a:gridCol w="537028"/>
                <a:gridCol w="537028"/>
                <a:gridCol w="537028"/>
                <a:gridCol w="537028"/>
                <a:gridCol w="537028"/>
                <a:gridCol w="537028"/>
                <a:gridCol w="537028"/>
                <a:gridCol w="537028"/>
                <a:gridCol w="537028"/>
                <a:gridCol w="537028"/>
                <a:gridCol w="537028"/>
                <a:gridCol w="537028"/>
                <a:gridCol w="537028"/>
                <a:gridCol w="537028"/>
                <a:gridCol w="537028"/>
                <a:gridCol w="537028"/>
                <a:gridCol w="537028"/>
                <a:gridCol w="537028"/>
                <a:gridCol w="537028"/>
                <a:gridCol w="537040"/>
              </a:tblGrid>
              <a:tr h="457200">
                <a:tc>
                  <a:txBody>
                    <a:bodyPr/>
                    <a:lstStyle/>
                    <a:p>
                      <a: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C21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python-pptx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 fixture 03 pictures and tables</dc:title>
  <dc:subject/>
  <dc:creator>Turboslide</dc:creator>
  <cp:keywords/>
  <dc:description>generated using python-pptx</dc:description>
  <cp:lastModifiedBy>Turboslide</cp:lastModifiedBy>
  <cp:revision>1</cp:revision>
  <dcterms:created xsi:type="dcterms:W3CDTF">2026-09-15T00:00:00Z</dcterms:created>
  <dcterms:modified xsi:type="dcterms:W3CDTF">2026-09-15T00:00:00Z</dcterms:modified>
  <cp:category/>
</cp:coreProperties>
</file>