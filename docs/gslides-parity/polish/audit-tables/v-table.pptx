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143000" y="2838450"/>
            <a:ext cx="287083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331720"/>
          <a:ext cx="11483340" cy="1645920"/>
        </p:xfrm>
        <a:graphic>
          <a:graphicData uri="http://schemas.openxmlformats.org/drawingml/2006/table">
            <a:tbl>
              <a:tblPr/>
              <a:tblGrid>
                <a:gridCol w="2870835"/>
                <a:gridCol w="2870835"/>
                <a:gridCol w="2870835"/>
                <a:gridCol w="287083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AlphEnda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(dark)</dc:title>
  <dc:subject>Turboslide export, revision 23, native mode</dc:subject>
  <dc:creator>Turboslide</dc:creator>
  <cp:lastModifiedBy>Turboslide</cp:lastModifiedBy>
  <cp:revision>1</cp:revision>
  <dcterms:created xsi:type="dcterms:W3CDTF">2026-09-28T19:25:39Z</dcterms:created>
  <dcterms:modified xsi:type="dcterms:W3CDTF">2026-09-28T19:25:39Z</dcterms:modified>
</cp:coreProperties>
</file>