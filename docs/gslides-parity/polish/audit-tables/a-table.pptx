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484245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Tables audit: Acme, Q3 2026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51475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Tables audit: Acme, Q3 2026</a:t>
            </a:r>
            <a:endParaRPr lang="en-US" sz="52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4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48412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120140" y="2929890"/>
            <a:ext cx="422087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70707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20140" y="2308860"/>
          <a:ext cx="9044940" cy="1577340"/>
        </p:xfrm>
        <a:graphic>
          <a:graphicData uri="http://schemas.openxmlformats.org/drawingml/2006/table">
            <a:tbl>
              <a:tblPr/>
              <a:tblGrid>
                <a:gridCol w="4220870"/>
                <a:gridCol w="1809064"/>
                <a:gridCol w="3015005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AlphEnda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Tables audit: Acme, Q3 2026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 audit: Acme, Q3 2026 (light)</dc:title>
  <dc:subject>Turboslide export, revision 19, native mode</dc:subject>
  <dc:creator>Turboslide</dc:creator>
  <cp:lastModifiedBy>Turboslide</cp:lastModifiedBy>
  <cp:revision>1</cp:revision>
  <dcterms:created xsi:type="dcterms:W3CDTF">2026-09-28T19:22:11Z</dcterms:created>
  <dcterms:modified xsi:type="dcterms:W3CDTF">2026-09-28T19:22:11Z</dcterms:modified>
</cp:coreProperties>
</file>