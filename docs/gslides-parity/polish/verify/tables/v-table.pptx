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and spec deckTables audit: Acme, Q3 20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000832"/>
            <a:ext cx="10104120" cy="45079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34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Brand spec deckTables audit: Acme, Q3 2026</a:t>
            </a:r>
            <a:endParaRPr lang="en-US" sz="34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027880"/>
            <a:ext cx="10122408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3480" spc="-87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Brand spec deckTables audit: Acme, Q3 2026</a:t>
            </a:r>
            <a:endParaRPr lang="en-US" sz="3480" dirty="0"/>
          </a:p>
        </p:txBody>
      </p:sp>
      <p:sp>
        <p:nvSpPr>
          <p:cNvPr id="3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03</a:t>
            </a:r>
            <a:endParaRPr lang="en-US" sz="780" dirty="0"/>
          </a:p>
        </p:txBody>
      </p:sp>
      <p:pic>
        <p:nvPicPr>
          <p:cNvPr id="4" name="ts:title#mark:1" descr="mark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99644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split-1-57bb#title" hidden="1"/>
          <p:cNvSpPr txBox="1">
            <a:spLocks noGrp="1"/>
          </p:cNvSpPr>
          <p:nvPr>
            <p:ph type="title"/>
          </p:nvPr>
        </p:nvSpPr>
        <p:spPr>
          <a:xfrm>
            <a:off x="1143000" y="2922270"/>
            <a:ext cx="4091711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/>
              </a:rPr>
              <a:t>Slide 2</a:t>
            </a:r>
            <a:endParaRPr lang="en-US" sz="1200" dirty="0"/>
          </a:p>
        </p:txBody>
      </p:sp>
      <p:graphicFrame>
        <p:nvGraphicFramePr>
          <p:cNvPr id="3" name="ts:split-1-57bb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308860"/>
          <a:ext cx="10439476" cy="3017520"/>
        </p:xfrm>
        <a:graphic>
          <a:graphicData uri="http://schemas.openxmlformats.org/drawingml/2006/table">
            <a:tbl>
              <a:tblPr/>
              <a:tblGrid>
                <a:gridCol w="4091711"/>
                <a:gridCol w="1753591"/>
                <a:gridCol w="2922651"/>
                <a:gridCol w="1671523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more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Alpha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Beta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Gamma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12192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121920" marR="0" marT="91440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split-1-57bb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03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s:split-1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Slide 3</a:t>
            </a:r>
            <a:endParaRPr lang="en-US" sz="2640" dirty="0"/>
          </a:p>
        </p:txBody>
      </p:sp>
      <p:sp>
        <p:nvSpPr>
          <p:cNvPr id="2" name="ts:split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03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Brand spec deckTables audit: Acme, Q3 2026</vt:lpstr>
      <vt:lpstr>Slide 2</vt:lpstr>
      <vt:lpstr>Slide 3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spec deckTables audit: Acme, Q3 2026 (dark)</dc:title>
  <dc:subject>Turboslide export, revision 26, native mode</dc:subject>
  <dc:creator>Turboslide</dc:creator>
  <cp:lastModifiedBy>Turboslide</cp:lastModifiedBy>
  <cp:revision>1</cp:revision>
  <dcterms:created xsi:type="dcterms:W3CDTF">2026-09-29T13:21:28Z</dcterms:created>
  <dcterms:modified xsi:type="dcterms:W3CDTF">2026-09-29T13:21:28Z</dcterms:modified>
</cp:coreProperties>
</file>