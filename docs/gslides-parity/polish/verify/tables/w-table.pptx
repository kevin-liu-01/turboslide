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 audit: Acme, Q3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Tables audit: Acme, Q3 2026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Tables audit: Acme, Q3 2026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02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split-1#title" hidden="1"/>
          <p:cNvSpPr txBox="1">
            <a:spLocks noGrp="1"/>
          </p:cNvSpPr>
          <p:nvPr>
            <p:ph type="title"/>
          </p:nvPr>
        </p:nvSpPr>
        <p:spPr>
          <a:xfrm>
            <a:off x="929640" y="3028950"/>
            <a:ext cx="4399102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/>
              </a:rPr>
              <a:t>Slide 2</a:t>
            </a:r>
            <a:endParaRPr lang="en-US" sz="1200" dirty="0"/>
          </a:p>
        </p:txBody>
      </p:sp>
      <p:graphicFrame>
        <p:nvGraphicFramePr>
          <p:cNvPr id="3" name="ts:split-1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9640" y="2415540"/>
          <a:ext cx="10721264" cy="3093720"/>
        </p:xfrm>
        <a:graphic>
          <a:graphicData uri="http://schemas.openxmlformats.org/drawingml/2006/table">
            <a:tbl>
              <a:tblPr/>
              <a:tblGrid>
                <a:gridCol w="4399102"/>
                <a:gridCol w="1604010"/>
                <a:gridCol w="3001594"/>
                <a:gridCol w="1716557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more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Alpha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Beta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Gamma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EndEnd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Tables audit: Acme, Q3 2026</vt:lpstr>
      <vt:lpstr>Slide 2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 audit: Acme, Q3 2026 (dark)</dc:title>
  <dc:subject>Turboslide export, revision 25, native mode</dc:subject>
  <dc:creator>Turboslide</dc:creator>
  <cp:lastModifiedBy>Turboslide</cp:lastModifiedBy>
  <cp:revision>1</cp:revision>
  <dcterms:created xsi:type="dcterms:W3CDTF">2026-09-29T13:25:18Z</dcterms:created>
  <dcterms:modified xsi:type="dcterms:W3CDTF">2026-09-29T13:25:18Z</dcterms:modified>
</cp:coreProperties>
</file>