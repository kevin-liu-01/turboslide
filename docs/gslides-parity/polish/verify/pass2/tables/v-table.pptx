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Tables audit: Acme, Q3 2026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Tables audit: Acme, Q3 2026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#title" hidden="1"/>
          <p:cNvSpPr txBox="1">
            <a:spLocks noGrp="1"/>
          </p:cNvSpPr>
          <p:nvPr>
            <p:ph type="title"/>
          </p:nvPr>
        </p:nvSpPr>
        <p:spPr>
          <a:xfrm>
            <a:off x="1143000" y="2922270"/>
            <a:ext cx="3921481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308860"/>
          <a:ext cx="10004908" cy="3017520"/>
        </p:xfrm>
        <a:graphic>
          <a:graphicData uri="http://schemas.openxmlformats.org/drawingml/2006/table">
            <a:tbl>
              <a:tblPr/>
              <a:tblGrid>
                <a:gridCol w="3921481"/>
                <a:gridCol w="1680667"/>
                <a:gridCol w="2801036"/>
                <a:gridCol w="1601724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Tables audit: Acme, Q3 2026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audit: Acme, Q3 2026 (dark)</dc:title>
  <dc:subject>Turboslide export, revision 25, native mode</dc:subject>
  <dc:creator>Turboslide</dc:creator>
  <cp:lastModifiedBy>Turboslide</cp:lastModifiedBy>
  <cp:revision>1</cp:revision>
  <dcterms:created xsi:type="dcterms:W3CDTF">2026-09-29T22:10:00Z</dcterms:created>
  <dcterms:modified xsi:type="dcterms:W3CDTF">2026-09-29T22:10:00Z</dcterms:modified>
</cp:coreProperties>
</file>