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generaltranslation.com" TargetMode="Externa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7" Type="http://schemas.openxmlformats.org/officeDocument/2006/relationships/hyperlink" Target="https://generaltranslation.com" TargetMode="External"/><Relationship Id="rId6" Type="http://schemas.openxmlformats.org/officeDocument/2006/relationships/image" Target="../media/image-5-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6869049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227558"/>
            <a:ext cx="6887337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06</a:t>
            </a:r>
            <a:endParaRPr lang="en-US" sz="780" dirty="0"/>
          </a:p>
        </p:txBody>
      </p:sp>
      <p:pic>
        <p:nvPicPr>
          <p:cNvPr id="5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19456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2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3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4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5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06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graphicFrame>
        <p:nvGraphicFramePr>
          <p:cNvPr id="4" name="ts:table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3940" y="2999918"/>
          <a:ext cx="10104120" cy="1645920"/>
        </p:xfrm>
        <a:graphic>
          <a:graphicData uri="http://schemas.openxmlformats.org/drawingml/2006/table">
            <a:tbl>
              <a:tblPr/>
              <a:tblGrid>
                <a:gridCol w="2526030"/>
                <a:gridCol w="2526030"/>
                <a:gridCol w="2526030"/>
                <a:gridCol w="252603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Plan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Seats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Locales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Price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Starter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Team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10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$99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Enterprise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Unlimited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Every locale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Contact sales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sp>
        <p:nvSpPr>
          <p:cNvPr id="4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06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2" name="ts:numbered#rule/0"/>
          <p:cNvSpPr/>
          <p:nvPr/>
        </p:nvSpPr>
        <p:spPr>
          <a:xfrm>
            <a:off x="5574030" y="2759278"/>
            <a:ext cx="557403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grpSp>
        <p:nvGrpSpPr>
          <p:cNvPr id="15" name="list/item/0"/>
          <p:cNvGrpSpPr/>
          <p:nvPr/>
        </p:nvGrpSpPr>
        <p:grpSpPr>
          <a:xfrm>
            <a:off x="5574030" y="2826337"/>
            <a:ext cx="5592318" cy="379397"/>
            <a:chOff x="5574030" y="2826337"/>
            <a:chExt cx="5592318" cy="379397"/>
          </a:xfrm>
        </p:grpSpPr>
        <p:sp>
          <p:nvSpPr>
            <p:cNvPr id="3" name="ts:numbered#rule/1@list/item/0"/>
            <p:cNvSpPr/>
            <p:nvPr/>
          </p:nvSpPr>
          <p:spPr>
            <a:xfrm>
              <a:off x="5574030" y="3205734"/>
              <a:ext cx="557403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8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9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16" name="list/item/1"/>
          <p:cNvGrpSpPr/>
          <p:nvPr/>
        </p:nvGrpSpPr>
        <p:grpSpPr>
          <a:xfrm>
            <a:off x="5574030" y="3272793"/>
            <a:ext cx="5592318" cy="379473"/>
            <a:chOff x="5574030" y="3272793"/>
            <a:chExt cx="5592318" cy="379473"/>
          </a:xfrm>
        </p:grpSpPr>
        <p:sp>
          <p:nvSpPr>
            <p:cNvPr id="4" name="ts:numbered#rule/2@list/item/1"/>
            <p:cNvSpPr/>
            <p:nvPr/>
          </p:nvSpPr>
          <p:spPr>
            <a:xfrm>
              <a:off x="5574030" y="3652266"/>
              <a:ext cx="557403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10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11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7" name="list/item/2"/>
          <p:cNvGrpSpPr/>
          <p:nvPr/>
        </p:nvGrpSpPr>
        <p:grpSpPr>
          <a:xfrm>
            <a:off x="5574030" y="3719325"/>
            <a:ext cx="5592318" cy="379397"/>
            <a:chOff x="5574030" y="3719325"/>
            <a:chExt cx="5592318" cy="379397"/>
          </a:xfrm>
        </p:grpSpPr>
        <p:sp>
          <p:nvSpPr>
            <p:cNvPr id="5" name="ts:numbered#rule/3@list/item/2"/>
            <p:cNvSpPr/>
            <p:nvPr/>
          </p:nvSpPr>
          <p:spPr>
            <a:xfrm>
              <a:off x="5574030" y="4098722"/>
              <a:ext cx="5574030" cy="0"/>
            </a:xfrm>
            <a:prstGeom prst="line">
              <a:avLst/>
            </a:prstGeom>
            <a:noFill/>
            <a:ln w="7620">
              <a:solidFill>
                <a:srgbClr val="D2D2D2"/>
              </a:solidFill>
              <a:prstDash val="solid"/>
            </a:ln>
          </p:spPr>
        </p:sp>
        <p:sp>
          <p:nvSpPr>
            <p:cNvPr id="12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13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6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7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sp>
        <p:nvSpPr>
          <p:cNvPr id="14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06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2" name="ts:links#rect/0">
            <a:hlinkClick r:id="rId1" tooltip="" action="ppaction://hlinksldjump"/>
          </p:cNvPr>
          <p:cNvSpPr/>
          <p:nvPr/>
        </p:nvSpPr>
        <p:spPr>
          <a:xfrm>
            <a:off x="1043940" y="1836420"/>
            <a:ext cx="4267200" cy="1219200"/>
          </a:xfrm>
          <a:prstGeom prst="rect">
            <a:avLst/>
          </a:prstGeom>
          <a:ln w="7620">
            <a:solidFill>
              <a:srgbClr val="D2D2D2"/>
            </a:solidFill>
            <a:prstDash val="solid"/>
          </a:ln>
        </p:spPr>
      </p:sp>
      <p:sp>
        <p:nvSpPr>
          <p:cNvPr id="3" name="ts:links#rect/1">
            <a:hlinkClick r:id="rId2" tooltip=""/>
          </p:cNvPr>
          <p:cNvSpPr/>
          <p:nvPr/>
        </p:nvSpPr>
        <p:spPr>
          <a:xfrm>
            <a:off x="5798820" y="1836420"/>
            <a:ext cx="3048000" cy="12192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 w="7620">
            <a:solidFill>
              <a:srgbClr val="D2D2D2"/>
            </a:solidFill>
            <a:prstDash val="solid"/>
          </a:ln>
        </p:spPr>
      </p:sp>
      <p:sp>
        <p:nvSpPr>
          <p:cNvPr id="4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5" name="ts:links#box/text">
            <a:hlinkClick r:id="rIdundefined" tooltip="" action="ppaction://hlinksldjump"/>
          </p:cNvPr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6" name="ts:links#t1/text">
            <a:hlinkClick r:id="rIdundefined" tooltip="" action="ppaction://hlinksldjump"/>
          </p:cNvPr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7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06</a:t>
            </a:r>
            <a:endParaRPr lang="en-US" sz="780" dirty="0"/>
          </a:p>
        </p:txBody>
      </p:sp>
      <p:pic>
        <p:nvPicPr>
          <p:cNvPr id="8" name="ts:links#shape:1" descr="shape (dia)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820" y="1836420"/>
            <a:ext cx="30480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2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06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(light)</dc:title>
  <dc:subject>Turboslide export, revision 1, native mode</dc:subject>
  <dc:creator>Turboslide</dc:creator>
  <cp:lastModifiedBy>Turboslide</cp:lastModifiedBy>
  <cp:revision>1</cp:revision>
  <dcterms:created xsi:type="dcterms:W3CDTF">2026-09-12T16:16:12Z</dcterms:created>
  <dcterms:modified xsi:type="dcterms:W3CDTF">2026-09-12T16:16:12Z</dcterms:modified>
</cp:coreProperties>
</file>