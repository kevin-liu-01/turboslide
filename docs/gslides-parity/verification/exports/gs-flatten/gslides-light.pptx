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APER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master#frame/0"/>
          <p:cNvSpPr/>
          <p:nvPr/>
        </p:nvSpPr>
        <p:spPr>
          <a:xfrm>
            <a:off x="430530" y="0"/>
            <a:ext cx="0" cy="685800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sp>
        <p:nvSpPr>
          <p:cNvPr id="3" name="ts:master#frame/1"/>
          <p:cNvSpPr/>
          <p:nvPr/>
        </p:nvSpPr>
        <p:spPr>
          <a:xfrm>
            <a:off x="11761470" y="0"/>
            <a:ext cx="0" cy="685800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sp>
        <p:nvSpPr>
          <p:cNvPr id="4" name="ts:master#frame/2"/>
          <p:cNvSpPr/>
          <p:nvPr/>
        </p:nvSpPr>
        <p:spPr>
          <a:xfrm>
            <a:off x="0" y="430530"/>
            <a:ext cx="12192000" cy="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sp>
        <p:nvSpPr>
          <p:cNvPr id="5" name="ts:master#frame/3"/>
          <p:cNvSpPr/>
          <p:nvPr/>
        </p:nvSpPr>
        <p:spPr>
          <a:xfrm>
            <a:off x="0" y="6427470"/>
            <a:ext cx="12192000" cy="0"/>
          </a:xfrm>
          <a:prstGeom prst="line">
            <a:avLst/>
          </a:prstGeom>
          <a:noFill/>
          <a:ln w="7620">
            <a:solidFill>
              <a:srgbClr val="D2D2D2"/>
            </a:solidFill>
            <a:prstDash val="solid"/>
          </a:ln>
        </p:spPr>
      </p:sp>
      <p:sp>
        <p:nvSpPr>
          <p:cNvPr id="6" name="ts:master#cross/0/v"/>
          <p:cNvSpPr/>
          <p:nvPr/>
        </p:nvSpPr>
        <p:spPr>
          <a:xfrm>
            <a:off x="430530" y="388620"/>
            <a:ext cx="0" cy="8382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7" name="ts:master#cross/0/h"/>
          <p:cNvSpPr/>
          <p:nvPr/>
        </p:nvSpPr>
        <p:spPr>
          <a:xfrm>
            <a:off x="388620" y="430530"/>
            <a:ext cx="83820" cy="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8" name="ts:master#cross/1/v"/>
          <p:cNvSpPr/>
          <p:nvPr/>
        </p:nvSpPr>
        <p:spPr>
          <a:xfrm>
            <a:off x="11761470" y="388620"/>
            <a:ext cx="0" cy="8382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9" name="ts:master#cross/1/h"/>
          <p:cNvSpPr/>
          <p:nvPr/>
        </p:nvSpPr>
        <p:spPr>
          <a:xfrm>
            <a:off x="11719560" y="430530"/>
            <a:ext cx="83820" cy="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10" name="ts:master#cross/2/v"/>
          <p:cNvSpPr/>
          <p:nvPr/>
        </p:nvSpPr>
        <p:spPr>
          <a:xfrm>
            <a:off x="430530" y="6385560"/>
            <a:ext cx="0" cy="8382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11" name="ts:master#cross/2/h"/>
          <p:cNvSpPr/>
          <p:nvPr/>
        </p:nvSpPr>
        <p:spPr>
          <a:xfrm>
            <a:off x="388620" y="6427470"/>
            <a:ext cx="83820" cy="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12" name="ts:master#cross/3/v"/>
          <p:cNvSpPr/>
          <p:nvPr/>
        </p:nvSpPr>
        <p:spPr>
          <a:xfrm>
            <a:off x="11761470" y="6385560"/>
            <a:ext cx="0" cy="8382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sp>
        <p:nvSpPr>
          <p:cNvPr id="13" name="ts:master#cross/3/h"/>
          <p:cNvSpPr/>
          <p:nvPr/>
        </p:nvSpPr>
        <p:spPr>
          <a:xfrm>
            <a:off x="11719560" y="6427470"/>
            <a:ext cx="83820" cy="0"/>
          </a:xfrm>
          <a:prstGeom prst="line">
            <a:avLst/>
          </a:prstGeom>
          <a:noFill/>
          <a:ln w="7620">
            <a:solidFill>
              <a:srgbClr val="A1A1A1"/>
            </a:solidFill>
            <a:prstDash val="solid"/>
          </a:ln>
        </p:spPr>
      </p:sp>
      <p:pic>
        <p:nvPicPr>
          <p:cNvPr id="14" name="ts:master#wordmark" descr="GT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0"/>
            <a:ext cx="213360" cy="137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ICTURE_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6.xml"/><Relationship Id="rId3" Type="http://schemas.openxmlformats.org/officeDocument/2006/relationships/image" Target="../media/image-2-1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" Target="slide1.xml"/><Relationship Id="rId3" Type="http://schemas.openxmlformats.org/officeDocument/2006/relationships/slide" Target="slide3.xml"/><Relationship Id="rId5" Type="http://schemas.openxmlformats.org/officeDocument/2006/relationships/slide" Target="slide1.xml"/><Relationship Id="rId6" Type="http://schemas.openxmlformats.org/officeDocument/2006/relationships/hyperlink" Target="https://generaltranslation.com" TargetMode="External"/><Relationship Id="rId7" Type="http://schemas.openxmlformats.org/officeDocument/2006/relationships/slide" Target="slide3.xml"/><Relationship Id="rId4" Type="http://schemas.openxmlformats.org/officeDocument/2006/relationships/image" Target="../media/image-5-1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port fix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title#title" hidden="1"/>
          <p:cNvSpPr txBox="1">
            <a:spLocks noGrp="1"/>
          </p:cNvSpPr>
          <p:nvPr>
            <p:ph type="title"/>
          </p:nvPr>
        </p:nvSpPr>
        <p:spPr>
          <a:xfrm>
            <a:off x="1043940" y="3197047"/>
            <a:ext cx="6869049" cy="68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28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Export fixture</a:t>
            </a:r>
            <a:endParaRPr lang="en-US" sz="5280" dirty="0"/>
          </a:p>
        </p:txBody>
      </p:sp>
      <p:sp>
        <p:nvSpPr>
          <p:cNvPr id="2" name="ts:title#heading/text"/>
          <p:cNvSpPr txBox="1"/>
          <p:nvPr/>
        </p:nvSpPr>
        <p:spPr>
          <a:xfrm>
            <a:off x="1043940" y="3227558"/>
            <a:ext cx="6887337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86"/>
              </a:lnSpc>
              <a:buNone/>
            </a:pPr>
            <a:r>
              <a:rPr lang="en-US" sz="5280" spc="-132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Export fixture</a:t>
            </a:r>
            <a:endParaRPr lang="en-US" sz="5280" dirty="0"/>
          </a:p>
        </p:txBody>
      </p:sp>
      <p:sp>
        <p:nvSpPr>
          <p:cNvPr id="3" name="ts:title#lead/text"/>
          <p:cNvSpPr txBox="1"/>
          <p:nvPr/>
        </p:nvSpPr>
        <p:spPr>
          <a:xfrm>
            <a:off x="1043940" y="4052630"/>
            <a:ext cx="6887337" cy="5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3A3D44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One of every object the Google Slides parity round added, for both export</a:t>
            </a:r>
            <a:br/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3A3D44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modes.</a:t>
            </a:r>
            <a:endParaRPr lang="en-US" sz="1560" dirty="0"/>
          </a:p>
        </p:txBody>
      </p:sp>
      <p:sp>
        <p:nvSpPr>
          <p:cNvPr id="4" name="ts:tit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01 / 06</a:t>
            </a:r>
            <a:endParaRPr lang="en-US" sz="780" dirty="0"/>
          </a:p>
        </p:txBody>
      </p:sp>
      <p:pic>
        <p:nvPicPr>
          <p:cNvPr id="5" name="ts:title#sheet" descr="Export fixture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ragraph breaks and slide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break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185160" cy="737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Paragraph breaks and slide links</a:t>
            </a:r>
            <a:endParaRPr lang="en-US" sz="2640" dirty="0"/>
          </a:p>
        </p:txBody>
      </p:sp>
      <p:sp>
        <p:nvSpPr>
          <p:cNvPr id="2" name="ts:breaks#h/text"/>
          <p:cNvSpPr txBox="1"/>
          <p:nvPr/>
        </p:nvSpPr>
        <p:spPr>
          <a:xfrm>
            <a:off x="1043940" y="985278"/>
            <a:ext cx="3203448" cy="7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Paragraph breaks</a:t>
            </a:r>
            <a:br/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and slide links</a:t>
            </a:r>
            <a:endParaRPr lang="en-US" sz="2640" dirty="0"/>
          </a:p>
        </p:txBody>
      </p:sp>
      <p:sp>
        <p:nvSpPr>
          <p:cNvPr id="3" name="ts:breaks#p1/text"/>
          <p:cNvSpPr txBox="1"/>
          <p:nvPr/>
        </p:nvSpPr>
        <p:spPr>
          <a:xfrm>
            <a:off x="4777740" y="944888"/>
            <a:ext cx="586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first paragraph of the head.</a:t>
            </a:r>
            <a:endParaRPr lang="en-US" sz="132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second paragraph follows a line break.</a:t>
            </a:r>
            <a:endParaRPr lang="en-US" sz="1320" dirty="0"/>
          </a:p>
        </p:txBody>
      </p:sp>
      <p:sp>
        <p:nvSpPr>
          <p:cNvPr id="4" name="ts:breaks#p2/text"/>
          <p:cNvSpPr txBox="1"/>
          <p:nvPr/>
        </p:nvSpPr>
        <p:spPr>
          <a:xfrm>
            <a:off x="1043940" y="3721539"/>
            <a:ext cx="586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table is on </a:t>
            </a:r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next slide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 and the </a:t>
            </a:r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last slide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 holds an empty placeholder.</a:t>
            </a:r>
            <a:endParaRPr lang="en-US" sz="132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third paragraph closes the body.</a:t>
            </a:r>
            <a:endParaRPr lang="en-US" sz="1320" dirty="0"/>
          </a:p>
        </p:txBody>
      </p:sp>
      <p:sp>
        <p:nvSpPr>
          <p:cNvPr id="5" name="ts:break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02 / 06</a:t>
            </a:r>
            <a:endParaRPr lang="en-US" sz="780" dirty="0"/>
          </a:p>
        </p:txBody>
      </p:sp>
      <p:pic>
        <p:nvPicPr>
          <p:cNvPr id="6" name="ts:breaks#sheet" descr="Paragraph breaks and slide links (light), the sheet at 2x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icing 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s:table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Pricing table</a:t>
            </a:r>
            <a:endParaRPr lang="en-US" sz="2640" dirty="0"/>
          </a:p>
        </p:txBody>
      </p:sp>
      <p:sp>
        <p:nvSpPr>
          <p:cNvPr id="2" name="ts:table#h/text"/>
          <p:cNvSpPr txBox="1"/>
          <p:nvPr/>
        </p:nvSpPr>
        <p:spPr>
          <a:xfrm>
            <a:off x="1043940" y="985278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Pricing table</a:t>
            </a:r>
            <a:endParaRPr lang="en-US" sz="2640" dirty="0"/>
          </a:p>
        </p:txBody>
      </p:sp>
      <p:grpSp>
        <p:nvGrpSpPr>
          <p:cNvPr id="21" name="table/row/0"/>
          <p:cNvGrpSpPr/>
          <p:nvPr/>
        </p:nvGrpSpPr>
        <p:grpSpPr>
          <a:xfrm>
            <a:off x="1043940" y="3069824"/>
            <a:ext cx="10122408" cy="220980"/>
            <a:chOff x="1043940" y="3069824"/>
            <a:chExt cx="10122408" cy="220980"/>
          </a:xfrm>
        </p:grpSpPr>
        <p:sp>
          <p:nvSpPr>
            <p:cNvPr id="3" name="ts:table#table/rows/0/cells/0@table/row/0"/>
            <p:cNvSpPr txBox="1"/>
            <p:nvPr/>
          </p:nvSpPr>
          <p:spPr>
            <a:xfrm>
              <a:off x="1043940" y="306982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070707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Plan</a:t>
              </a:r>
              <a:endParaRPr lang="en-US" sz="1200" dirty="0"/>
            </a:p>
          </p:txBody>
        </p:sp>
        <p:sp>
          <p:nvSpPr>
            <p:cNvPr id="4" name="ts:table#table/rows/0/cells/1@table/row/0"/>
            <p:cNvSpPr txBox="1"/>
            <p:nvPr/>
          </p:nvSpPr>
          <p:spPr>
            <a:xfrm>
              <a:off x="3569970" y="306982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070707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Seats</a:t>
              </a:r>
              <a:endParaRPr lang="en-US" sz="1200" dirty="0"/>
            </a:p>
          </p:txBody>
        </p:sp>
        <p:sp>
          <p:nvSpPr>
            <p:cNvPr id="5" name="ts:table#table/rows/0/cells/2@table/row/0"/>
            <p:cNvSpPr txBox="1"/>
            <p:nvPr/>
          </p:nvSpPr>
          <p:spPr>
            <a:xfrm>
              <a:off x="6096000" y="306982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070707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Locales</a:t>
              </a:r>
              <a:endParaRPr lang="en-US" sz="1200" dirty="0"/>
            </a:p>
          </p:txBody>
        </p:sp>
        <p:sp>
          <p:nvSpPr>
            <p:cNvPr id="6" name="ts:table#table/rows/0/cells/3@table/row/0"/>
            <p:cNvSpPr txBox="1"/>
            <p:nvPr/>
          </p:nvSpPr>
          <p:spPr>
            <a:xfrm>
              <a:off x="8622030" y="306982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070707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Price</a:t>
              </a:r>
              <a:endParaRPr lang="en-US" sz="1200" dirty="0"/>
            </a:p>
          </p:txBody>
        </p:sp>
      </p:grpSp>
      <p:grpSp>
        <p:nvGrpSpPr>
          <p:cNvPr id="22" name="table/row/1"/>
          <p:cNvGrpSpPr/>
          <p:nvPr/>
        </p:nvGrpSpPr>
        <p:grpSpPr>
          <a:xfrm>
            <a:off x="1043940" y="3481304"/>
            <a:ext cx="10122408" cy="220980"/>
            <a:chOff x="1043940" y="3481304"/>
            <a:chExt cx="10122408" cy="220980"/>
          </a:xfrm>
        </p:grpSpPr>
        <p:sp>
          <p:nvSpPr>
            <p:cNvPr id="7" name="ts:table#table/rows/1/cells/0@table/row/1"/>
            <p:cNvSpPr txBox="1"/>
            <p:nvPr/>
          </p:nvSpPr>
          <p:spPr>
            <a:xfrm>
              <a:off x="1043940" y="348130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Starter</a:t>
              </a:r>
              <a:endParaRPr lang="en-US" sz="1200" dirty="0"/>
            </a:p>
          </p:txBody>
        </p:sp>
        <p:sp>
          <p:nvSpPr>
            <p:cNvPr id="8" name="ts:table#table/rows/1/cells/1@table/row/1"/>
            <p:cNvSpPr txBox="1"/>
            <p:nvPr/>
          </p:nvSpPr>
          <p:spPr>
            <a:xfrm>
              <a:off x="3569970" y="348130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5</a:t>
              </a:r>
              <a:endParaRPr lang="en-US" sz="1200" dirty="0"/>
            </a:p>
          </p:txBody>
        </p:sp>
        <p:sp>
          <p:nvSpPr>
            <p:cNvPr id="9" name="ts:table#table/rows/1/cells/2@table/row/1"/>
            <p:cNvSpPr txBox="1"/>
            <p:nvPr/>
          </p:nvSpPr>
          <p:spPr>
            <a:xfrm>
              <a:off x="6096000" y="348130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2</a:t>
              </a:r>
              <a:endParaRPr lang="en-US" sz="1200" dirty="0"/>
            </a:p>
          </p:txBody>
        </p:sp>
        <p:sp>
          <p:nvSpPr>
            <p:cNvPr id="10" name="ts:table#table/rows/1/cells/3@table/row/1"/>
            <p:cNvSpPr txBox="1"/>
            <p:nvPr/>
          </p:nvSpPr>
          <p:spPr>
            <a:xfrm>
              <a:off x="8622030" y="348130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$0</a:t>
              </a:r>
              <a:endParaRPr lang="en-US" sz="1200" dirty="0"/>
            </a:p>
          </p:txBody>
        </p:sp>
      </p:grpSp>
      <p:grpSp>
        <p:nvGrpSpPr>
          <p:cNvPr id="23" name="table/row/2"/>
          <p:cNvGrpSpPr/>
          <p:nvPr/>
        </p:nvGrpSpPr>
        <p:grpSpPr>
          <a:xfrm>
            <a:off x="1043940" y="3892784"/>
            <a:ext cx="10122408" cy="220980"/>
            <a:chOff x="1043940" y="3892784"/>
            <a:chExt cx="10122408" cy="220980"/>
          </a:xfrm>
        </p:grpSpPr>
        <p:sp>
          <p:nvSpPr>
            <p:cNvPr id="11" name="ts:table#table/rows/2/cells/0@table/row/2"/>
            <p:cNvSpPr txBox="1"/>
            <p:nvPr/>
          </p:nvSpPr>
          <p:spPr>
            <a:xfrm>
              <a:off x="1043940" y="389278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Team</a:t>
              </a:r>
              <a:endParaRPr lang="en-US" sz="1200" dirty="0"/>
            </a:p>
          </p:txBody>
        </p:sp>
        <p:sp>
          <p:nvSpPr>
            <p:cNvPr id="12" name="ts:table#table/rows/2/cells/1@table/row/2"/>
            <p:cNvSpPr txBox="1"/>
            <p:nvPr/>
          </p:nvSpPr>
          <p:spPr>
            <a:xfrm>
              <a:off x="3569970" y="389278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25</a:t>
              </a:r>
              <a:endParaRPr lang="en-US" sz="1200" dirty="0"/>
            </a:p>
          </p:txBody>
        </p:sp>
        <p:sp>
          <p:nvSpPr>
            <p:cNvPr id="13" name="ts:table#table/rows/2/cells/2@table/row/2"/>
            <p:cNvSpPr txBox="1"/>
            <p:nvPr/>
          </p:nvSpPr>
          <p:spPr>
            <a:xfrm>
              <a:off x="6096000" y="389278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10</a:t>
              </a:r>
              <a:endParaRPr lang="en-US" sz="1200" dirty="0"/>
            </a:p>
          </p:txBody>
        </p:sp>
        <p:sp>
          <p:nvSpPr>
            <p:cNvPr id="14" name="ts:table#table/rows/2/cells/3@table/row/2"/>
            <p:cNvSpPr txBox="1"/>
            <p:nvPr/>
          </p:nvSpPr>
          <p:spPr>
            <a:xfrm>
              <a:off x="8622030" y="389278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$99</a:t>
              </a:r>
              <a:endParaRPr lang="en-US" sz="1200" dirty="0"/>
            </a:p>
          </p:txBody>
        </p:sp>
      </p:grpSp>
      <p:grpSp>
        <p:nvGrpSpPr>
          <p:cNvPr id="24" name="table/row/3"/>
          <p:cNvGrpSpPr/>
          <p:nvPr/>
        </p:nvGrpSpPr>
        <p:grpSpPr>
          <a:xfrm>
            <a:off x="1043940" y="4304264"/>
            <a:ext cx="10122408" cy="220980"/>
            <a:chOff x="1043940" y="4304264"/>
            <a:chExt cx="10122408" cy="220980"/>
          </a:xfrm>
        </p:grpSpPr>
        <p:sp>
          <p:nvSpPr>
            <p:cNvPr id="15" name="ts:table#table/rows/3/cells/0@table/row/3"/>
            <p:cNvSpPr txBox="1"/>
            <p:nvPr/>
          </p:nvSpPr>
          <p:spPr>
            <a:xfrm>
              <a:off x="1043940" y="430426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Enterprise</a:t>
              </a:r>
              <a:endParaRPr lang="en-US" sz="1200" dirty="0"/>
            </a:p>
          </p:txBody>
        </p:sp>
        <p:sp>
          <p:nvSpPr>
            <p:cNvPr id="16" name="ts:table#table/rows/3/cells/1@table/row/3"/>
            <p:cNvSpPr txBox="1"/>
            <p:nvPr/>
          </p:nvSpPr>
          <p:spPr>
            <a:xfrm>
              <a:off x="3569970" y="430426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Unlimited</a:t>
              </a:r>
              <a:endParaRPr lang="en-US" sz="1200" dirty="0"/>
            </a:p>
          </p:txBody>
        </p:sp>
        <p:sp>
          <p:nvSpPr>
            <p:cNvPr id="17" name="ts:table#table/rows/3/cells/2@table/row/3"/>
            <p:cNvSpPr txBox="1"/>
            <p:nvPr/>
          </p:nvSpPr>
          <p:spPr>
            <a:xfrm>
              <a:off x="6096000" y="430426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Every locale</a:t>
              </a:r>
              <a:endParaRPr lang="en-US" sz="1200" dirty="0"/>
            </a:p>
          </p:txBody>
        </p:sp>
        <p:sp>
          <p:nvSpPr>
            <p:cNvPr id="18" name="ts:table#table/rows/3/cells/3@table/row/3"/>
            <p:cNvSpPr txBox="1"/>
            <p:nvPr/>
          </p:nvSpPr>
          <p:spPr>
            <a:xfrm>
              <a:off x="8622030" y="4304264"/>
              <a:ext cx="254431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r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070707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Contact sales</a:t>
              </a:r>
              <a:endParaRPr lang="en-US" sz="1200" dirty="0"/>
            </a:p>
          </p:txBody>
        </p:sp>
      </p:grpSp>
      <p:sp>
        <p:nvSpPr>
          <p:cNvPr id="19" name="ts:tab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03 / 06</a:t>
            </a:r>
            <a:endParaRPr lang="en-US" sz="780" dirty="0"/>
          </a:p>
        </p:txBody>
      </p:sp>
      <p:pic>
        <p:nvPicPr>
          <p:cNvPr id="20" name="ts:table#sheet" descr="Pricing table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ollout step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s:numbered#title" hidden="1"/>
          <p:cNvSpPr txBox="1">
            <a:spLocks noGrp="1"/>
          </p:cNvSpPr>
          <p:nvPr>
            <p:ph type="title"/>
          </p:nvPr>
        </p:nvSpPr>
        <p:spPr>
          <a:xfrm>
            <a:off x="1043940" y="2839212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Rollout steps</a:t>
            </a:r>
            <a:endParaRPr lang="en-US" sz="2640" dirty="0"/>
          </a:p>
        </p:txBody>
      </p:sp>
      <p:sp>
        <p:nvSpPr>
          <p:cNvPr id="2" name="ts:numbered#h/text"/>
          <p:cNvSpPr txBox="1"/>
          <p:nvPr/>
        </p:nvSpPr>
        <p:spPr>
          <a:xfrm>
            <a:off x="1043940" y="2843034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Rollout steps</a:t>
            </a:r>
            <a:endParaRPr lang="en-US" sz="2640" dirty="0"/>
          </a:p>
        </p:txBody>
      </p:sp>
      <p:sp>
        <p:nvSpPr>
          <p:cNvPr id="3" name="ts:numbered#p1/text"/>
          <p:cNvSpPr txBox="1"/>
          <p:nvPr/>
        </p:nvSpPr>
        <p:spPr>
          <a:xfrm>
            <a:off x="1043940" y="3476175"/>
            <a:ext cx="3999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numbered list with a tabular numeral in the key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position.</a:t>
            </a:r>
            <a:endParaRPr lang="en-US" sz="1320" dirty="0"/>
          </a:p>
        </p:txBody>
      </p:sp>
      <p:grpSp>
        <p:nvGrpSpPr>
          <p:cNvPr id="12" name="list/item/0"/>
          <p:cNvGrpSpPr/>
          <p:nvPr/>
        </p:nvGrpSpPr>
        <p:grpSpPr>
          <a:xfrm>
            <a:off x="5574030" y="2826337"/>
            <a:ext cx="5592318" cy="256032"/>
            <a:chOff x="5574030" y="2826337"/>
            <a:chExt cx="5592318" cy="256032"/>
          </a:xfrm>
        </p:grpSpPr>
        <p:sp>
          <p:nvSpPr>
            <p:cNvPr id="4" name="ts:numbered#list/items/0/num@list/item/0"/>
            <p:cNvSpPr txBox="1"/>
            <p:nvPr/>
          </p:nvSpPr>
          <p:spPr>
            <a:xfrm>
              <a:off x="5574030" y="2826337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1</a:t>
              </a:r>
              <a:endParaRPr lang="en-US" sz="1440" dirty="0"/>
            </a:p>
          </p:txBody>
        </p:sp>
        <p:sp>
          <p:nvSpPr>
            <p:cNvPr id="5" name="ts:numbered#list/items/0/text@list/item/0"/>
            <p:cNvSpPr txBox="1"/>
            <p:nvPr/>
          </p:nvSpPr>
          <p:spPr>
            <a:xfrm>
              <a:off x="5848350" y="2826337"/>
              <a:ext cx="531799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Connect the repository</a:t>
              </a:r>
              <a:endParaRPr lang="en-US" sz="1440" dirty="0"/>
            </a:p>
          </p:txBody>
        </p:sp>
      </p:grpSp>
      <p:grpSp>
        <p:nvGrpSpPr>
          <p:cNvPr id="13" name="list/item/1"/>
          <p:cNvGrpSpPr/>
          <p:nvPr/>
        </p:nvGrpSpPr>
        <p:grpSpPr>
          <a:xfrm>
            <a:off x="5574030" y="3272793"/>
            <a:ext cx="5592318" cy="256032"/>
            <a:chOff x="5574030" y="3272793"/>
            <a:chExt cx="5592318" cy="256032"/>
          </a:xfrm>
        </p:grpSpPr>
        <p:sp>
          <p:nvSpPr>
            <p:cNvPr id="6" name="ts:numbered#list/items/1/num@list/item/1"/>
            <p:cNvSpPr txBox="1"/>
            <p:nvPr/>
          </p:nvSpPr>
          <p:spPr>
            <a:xfrm>
              <a:off x="5574030" y="3272793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2</a:t>
              </a:r>
              <a:endParaRPr lang="en-US" sz="1440" dirty="0"/>
            </a:p>
          </p:txBody>
        </p:sp>
        <p:sp>
          <p:nvSpPr>
            <p:cNvPr id="7" name="ts:numbered#list/items/1/text@list/item/1"/>
            <p:cNvSpPr txBox="1"/>
            <p:nvPr/>
          </p:nvSpPr>
          <p:spPr>
            <a:xfrm>
              <a:off x="5848350" y="3272793"/>
              <a:ext cx="531799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Pick the locales</a:t>
              </a:r>
              <a:endParaRPr lang="en-US" sz="1440" dirty="0"/>
            </a:p>
          </p:txBody>
        </p:sp>
      </p:grpSp>
      <p:grpSp>
        <p:nvGrpSpPr>
          <p:cNvPr id="14" name="list/item/2"/>
          <p:cNvGrpSpPr/>
          <p:nvPr/>
        </p:nvGrpSpPr>
        <p:grpSpPr>
          <a:xfrm>
            <a:off x="5574030" y="3719325"/>
            <a:ext cx="5592318" cy="256032"/>
            <a:chOff x="5574030" y="3719325"/>
            <a:chExt cx="5592318" cy="256032"/>
          </a:xfrm>
        </p:grpSpPr>
        <p:sp>
          <p:nvSpPr>
            <p:cNvPr id="8" name="ts:numbered#list/items/2/num@list/item/2"/>
            <p:cNvSpPr txBox="1"/>
            <p:nvPr/>
          </p:nvSpPr>
          <p:spPr>
            <a:xfrm>
              <a:off x="5574030" y="3719325"/>
              <a:ext cx="29260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3</a:t>
              </a:r>
              <a:endParaRPr lang="en-US" sz="1440" dirty="0"/>
            </a:p>
          </p:txBody>
        </p:sp>
        <p:sp>
          <p:nvSpPr>
            <p:cNvPr id="9" name="ts:numbered#list/items/2/text@list/item/2"/>
            <p:cNvSpPr txBox="1"/>
            <p:nvPr/>
          </p:nvSpPr>
          <p:spPr>
            <a:xfrm>
              <a:off x="5848350" y="3719325"/>
              <a:ext cx="531799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16"/>
                </a:lnSpc>
                <a:buNone/>
              </a:pPr>
              <a:r>
                <a:rPr lang="en-US" sz="1440" spc="-14" dirty="0">
                  <a:solidFill>
                    <a:srgbClr val="070707">
                      <a:alpha val="0"/>
                    </a:srgbClr>
                  </a:solidFill>
                  <a:latin typeface="GT Inter Text 24 Medium" pitchFamily="34" charset="0"/>
                  <a:ea typeface="GT Inter Text 24 Medium" pitchFamily="34" charset="-122"/>
                  <a:cs typeface="GT Inter Text 24 Medium" pitchFamily="34" charset="-120"/>
                </a:rPr>
                <a:t>Ship the first release</a:t>
              </a:r>
              <a:endParaRPr lang="en-US" sz="1440" dirty="0"/>
            </a:p>
          </p:txBody>
        </p:sp>
      </p:grpSp>
      <p:sp>
        <p:nvSpPr>
          <p:cNvPr id="10" name="ts:numbered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04 / 06</a:t>
            </a:r>
            <a:endParaRPr lang="en-US" sz="780" dirty="0"/>
          </a:p>
        </p:txBody>
      </p:sp>
      <p:pic>
        <p:nvPicPr>
          <p:cNvPr id="11" name="ts:numbered#sheet" descr="Rollout steps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lock link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s:link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60960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Block links</a:t>
            </a:r>
            <a:endParaRPr lang="en-US" sz="2640" dirty="0"/>
          </a:p>
        </p:txBody>
      </p:sp>
      <p:sp>
        <p:nvSpPr>
          <p:cNvPr id="2" name="ts:links#h/text"/>
          <p:cNvSpPr txBox="1"/>
          <p:nvPr/>
        </p:nvSpPr>
        <p:spPr>
          <a:xfrm>
            <a:off x="1043940" y="985278"/>
            <a:ext cx="61142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070707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Block links</a:t>
            </a:r>
            <a:endParaRPr lang="en-US" sz="2640" dirty="0"/>
          </a:p>
        </p:txBody>
      </p:sp>
      <p:sp>
        <p:nvSpPr>
          <p:cNvPr id="3" name="ts:links#box/text"/>
          <p:cNvSpPr txBox="1"/>
          <p:nvPr/>
        </p:nvSpPr>
        <p:spPr>
          <a:xfrm>
            <a:off x="1173480" y="1927868"/>
            <a:ext cx="4026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box linked to the first slide.</a:t>
            </a:r>
            <a:endParaRPr lang="en-US" sz="132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Two paragraphs inside the box.</a:t>
            </a:r>
            <a:endParaRPr lang="en-US" sz="1320" dirty="0"/>
          </a:p>
        </p:txBody>
      </p:sp>
      <p:sp>
        <p:nvSpPr>
          <p:cNvPr id="4" name="ts:links#t1/text"/>
          <p:cNvSpPr txBox="1"/>
          <p:nvPr/>
        </p:nvSpPr>
        <p:spPr>
          <a:xfrm>
            <a:off x="1043940" y="3383288"/>
            <a:ext cx="428548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u="sng" dirty="0">
                <a:solidFill>
                  <a:srgbClr val="070707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  <a:hlinkClick r:id="rId3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text box linked to the table slide.</a:t>
            </a:r>
            <a:endParaRPr lang="en-US" sz="1320" dirty="0"/>
          </a:p>
        </p:txBody>
      </p:sp>
      <p:sp>
        <p:nvSpPr>
          <p:cNvPr id="5" name="ts:link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05 / 06</a:t>
            </a:r>
            <a:endParaRPr lang="en-US" sz="780" dirty="0"/>
          </a:p>
        </p:txBody>
      </p:sp>
      <p:pic>
        <p:nvPicPr>
          <p:cNvPr id="6" name="ts:links#sheet" descr="Block links (light), the sheet at 2x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  <p:sp>
        <p:nvSpPr>
          <p:cNvPr id="7" name="ts:links#box/link">
            <a:hlinkClick r:id="rId5" tooltip="" action="ppaction://hlinksldjump"/>
          </p:cNvPr>
          <p:cNvSpPr/>
          <p:nvPr/>
        </p:nvSpPr>
        <p:spPr>
          <a:xfrm>
            <a:off x="1043940" y="1836420"/>
            <a:ext cx="4267200" cy="1219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ts:links#shape/link">
            <a:hlinkClick r:id="rId6" tooltip=""/>
          </p:cNvPr>
          <p:cNvSpPr/>
          <p:nvPr/>
        </p:nvSpPr>
        <p:spPr>
          <a:xfrm>
            <a:off x="5798820" y="1836420"/>
            <a:ext cx="3048000" cy="1219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s:links#t1/link">
            <a:hlinkClick r:id="rId7" tooltip="" action="ppaction://hlinksldjump"/>
          </p:cNvPr>
          <p:cNvSpPr/>
          <p:nvPr/>
        </p:nvSpPr>
        <p:spPr>
          <a:xfrm>
            <a:off x="1043940" y="3421380"/>
            <a:ext cx="4267200" cy="25146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s:prompt#title" hidden="1"/>
          <p:cNvSpPr txBox="1">
            <a:spLocks noGrp="1"/>
          </p:cNvSpPr>
          <p:nvPr>
            <p:ph type="title"/>
          </p:nvPr>
        </p:nvSpPr>
        <p:spPr>
          <a:xfrm>
            <a:off x="1043940" y="1043940"/>
            <a:ext cx="1010412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070707">
                    <a:alpha val="0"/>
                  </a:srgbClr>
                </a:solidFill>
                <a:latin typeface="GT Inter Display"/>
              </a:rPr>
              <a:t>Slide 6</a:t>
            </a:r>
            <a:endParaRPr lang="en-US" sz="2640" dirty="0"/>
          </a:p>
        </p:txBody>
      </p:sp>
      <p:sp>
        <p:nvSpPr>
          <p:cNvPr id="2" name="ts:prompt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06 / 06</a:t>
            </a:r>
            <a:endParaRPr lang="en-US" sz="780" dirty="0"/>
          </a:p>
        </p:txBody>
      </p:sp>
      <p:pic>
        <p:nvPicPr>
          <p:cNvPr id="3" name="ts:prompt#sheet" descr="Slide 6 (light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Export fixture</vt:lpstr>
      <vt:lpstr>Paragraph breaks and slide links</vt:lpstr>
      <vt:lpstr>Pricing table</vt:lpstr>
      <vt:lpstr>Rollout steps</vt:lpstr>
      <vt:lpstr>Block links</vt:lpstr>
      <vt:lpstr>Slide 6</vt:lpstr>
    </vt:vector>
  </TitlesOfParts>
  <Company>General Translation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Export fixture (light)</dc:title>
  <dc:subject>Turboslide export, revision 1, flatten mode</dc:subject>
  <dc:creator>Turboslide</dc:creator>
  <cp:lastModifiedBy>Turboslide</cp:lastModifiedBy>
  <cp:revision>1</cp:revision>
  <dcterms:created xsi:type="dcterms:W3CDTF">2026-09-12T16:16:05Z</dcterms:created>
  <dcterms:modified xsi:type="dcterms:W3CDTF">2026-09-12T16:16:05Z</dcterms:modified>
</cp:coreProperties>
</file>