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APER_DARK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master#frame/0"/>
          <p:cNvSpPr/>
          <p:nvPr/>
        </p:nvSpPr>
        <p:spPr>
          <a:xfrm>
            <a:off x="430530" y="0"/>
            <a:ext cx="0" cy="685800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3" name="ts:master#frame/1"/>
          <p:cNvSpPr/>
          <p:nvPr/>
        </p:nvSpPr>
        <p:spPr>
          <a:xfrm>
            <a:off x="11761470" y="0"/>
            <a:ext cx="0" cy="685800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4" name="ts:master#frame/2"/>
          <p:cNvSpPr/>
          <p:nvPr/>
        </p:nvSpPr>
        <p:spPr>
          <a:xfrm>
            <a:off x="0" y="430530"/>
            <a:ext cx="12192000" cy="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5" name="ts:master#frame/3"/>
          <p:cNvSpPr/>
          <p:nvPr/>
        </p:nvSpPr>
        <p:spPr>
          <a:xfrm>
            <a:off x="0" y="6427470"/>
            <a:ext cx="12192000" cy="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6" name="ts:master#cross/0/v"/>
          <p:cNvSpPr/>
          <p:nvPr/>
        </p:nvSpPr>
        <p:spPr>
          <a:xfrm>
            <a:off x="430530" y="38862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7" name="ts:master#cross/0/h"/>
          <p:cNvSpPr/>
          <p:nvPr/>
        </p:nvSpPr>
        <p:spPr>
          <a:xfrm>
            <a:off x="388620" y="43053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8" name="ts:master#cross/1/v"/>
          <p:cNvSpPr/>
          <p:nvPr/>
        </p:nvSpPr>
        <p:spPr>
          <a:xfrm>
            <a:off x="11761470" y="38862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9" name="ts:master#cross/1/h"/>
          <p:cNvSpPr/>
          <p:nvPr/>
        </p:nvSpPr>
        <p:spPr>
          <a:xfrm>
            <a:off x="11719560" y="43053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0" name="ts:master#cross/2/v"/>
          <p:cNvSpPr/>
          <p:nvPr/>
        </p:nvSpPr>
        <p:spPr>
          <a:xfrm>
            <a:off x="430530" y="638556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1" name="ts:master#cross/2/h"/>
          <p:cNvSpPr/>
          <p:nvPr/>
        </p:nvSpPr>
        <p:spPr>
          <a:xfrm>
            <a:off x="388620" y="642747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2" name="ts:master#cross/3/v"/>
          <p:cNvSpPr/>
          <p:nvPr/>
        </p:nvSpPr>
        <p:spPr>
          <a:xfrm>
            <a:off x="11761470" y="638556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3" name="ts:master#cross/3/h"/>
          <p:cNvSpPr/>
          <p:nvPr/>
        </p:nvSpPr>
        <p:spPr>
          <a:xfrm>
            <a:off x="11719560" y="642747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pic>
        <p:nvPicPr>
          <p:cNvPr id="14" name="ts:master#wordmark" descr="GT wor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0"/>
            <a:ext cx="213360" cy="1371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ICTURE_DARK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turn dr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s:title#title" hidden="1"/>
          <p:cNvSpPr txBox="1">
            <a:spLocks noGrp="1"/>
          </p:cNvSpPr>
          <p:nvPr>
            <p:ph type="title"/>
          </p:nvPr>
        </p:nvSpPr>
        <p:spPr>
          <a:xfrm>
            <a:off x="1043940" y="3484245"/>
            <a:ext cx="10104120" cy="68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528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Return drive</a:t>
            </a:r>
            <a:endParaRPr lang="en-US" sz="5280" dirty="0"/>
          </a:p>
        </p:txBody>
      </p:sp>
      <p:sp>
        <p:nvSpPr>
          <p:cNvPr id="2" name="ts:title#heading/text"/>
          <p:cNvSpPr txBox="1"/>
          <p:nvPr/>
        </p:nvSpPr>
        <p:spPr>
          <a:xfrm>
            <a:off x="1043940" y="3514755"/>
            <a:ext cx="10122408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86"/>
              </a:lnSpc>
              <a:buNone/>
            </a:pPr>
            <a:r>
              <a:rPr lang="en-US" sz="5280" spc="-132" dirty="0">
                <a:solidFill>
                  <a:srgbClr val="F2F2F0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Return drive</a:t>
            </a:r>
            <a:endParaRPr lang="en-US" sz="5280" dirty="0"/>
          </a:p>
        </p:txBody>
      </p:sp>
      <p:sp>
        <p:nvSpPr>
          <p:cNvPr id="3" name="ts:tit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01 / 03</a:t>
            </a:r>
            <a:endParaRPr lang="en-US" sz="780" dirty="0"/>
          </a:p>
        </p:txBody>
      </p:sp>
      <p:pic>
        <p:nvPicPr>
          <p:cNvPr id="4" name="ts:title#mark:1" descr="mark (mar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940" y="2484120"/>
            <a:ext cx="100584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s:split-1#title" hidden="1"/>
          <p:cNvSpPr txBox="1">
            <a:spLocks noGrp="1"/>
          </p:cNvSpPr>
          <p:nvPr>
            <p:ph type="title"/>
          </p:nvPr>
        </p:nvSpPr>
        <p:spPr>
          <a:xfrm>
            <a:off x="1173480" y="1108710"/>
            <a:ext cx="2926080" cy="2514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/>
              </a:rPr>
              <a:t>Slide 2</a:t>
            </a:r>
            <a:endParaRPr lang="en-US" sz="1320" dirty="0"/>
          </a:p>
        </p:txBody>
      </p:sp>
      <p:sp>
        <p:nvSpPr>
          <p:cNvPr id="2" name="ts:split-1#box"/>
          <p:cNvSpPr/>
          <p:nvPr/>
        </p:nvSpPr>
        <p:spPr>
          <a:xfrm>
            <a:off x="1047750" y="986790"/>
            <a:ext cx="3177540" cy="502920"/>
          </a:xfrm>
          <a:prstGeom prst="rect">
            <a:avLst/>
          </a:prstGeom>
          <a:ln w="7620">
            <a:solidFill>
              <a:srgbClr val="3B3B3A"/>
            </a:solidFill>
            <a:prstDash val="solid"/>
          </a:ln>
        </p:spPr>
      </p:sp>
      <p:sp>
        <p:nvSpPr>
          <p:cNvPr id="3" name="ts:split-1#box/text"/>
          <p:cNvSpPr txBox="1"/>
          <p:nvPr/>
        </p:nvSpPr>
        <p:spPr>
          <a:xfrm>
            <a:off x="1173480" y="1074428"/>
            <a:ext cx="294436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box.Box label</a:t>
            </a:r>
            <a:endParaRPr lang="en-US" sz="1320" dirty="0"/>
          </a:p>
        </p:txBody>
      </p:sp>
      <p:sp>
        <p:nvSpPr>
          <p:cNvPr id="4" name="ts:split-1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02 / 03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s:split-2#title" hidden="1"/>
          <p:cNvSpPr txBox="1">
            <a:spLocks noGrp="1"/>
          </p:cNvSpPr>
          <p:nvPr>
            <p:ph type="title"/>
          </p:nvPr>
        </p:nvSpPr>
        <p:spPr>
          <a:xfrm>
            <a:off x="2438400" y="2305050"/>
            <a:ext cx="243840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 Medium"/>
              </a:rPr>
              <a:t>Slide 3</a:t>
            </a:r>
            <a:endParaRPr lang="en-US" sz="1200" dirty="0"/>
          </a:p>
        </p:txBody>
      </p:sp>
      <p:graphicFrame>
        <p:nvGraphicFramePr>
          <p:cNvPr id="4" name="ts:split-2#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38400" y="2209800"/>
          <a:ext cx="7315200" cy="243078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21539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spc="-12" dirty="0">
                          <a:solidFill>
                            <a:srgbClr val="F2F2F0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Q1 revenue</a:t>
                      </a:r>
                      <a:endParaRPr lang="en-US" sz="1200" dirty="0">
                        <a:latin typeface="GT Inter Text 20 Medium" charset="0"/>
                        <a:ea typeface="GT Inter Text 20 Medium" charset="0"/>
                        <a:cs typeface="GT Inter Text 20 Medium" charset="0"/>
                      </a:endParaRPr>
                    </a:p>
                  </a:txBody>
                  <a:tcPr marL="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539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12 000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s:split-2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03 / 03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Return drive</vt:lpstr>
      <vt:lpstr>Slide 2</vt:lpstr>
      <vt:lpstr>Slide 3</vt:lpstr>
    </vt:vector>
  </TitlesOfParts>
  <Company>General Translation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Return drive (dark)</dc:title>
  <dc:subject>Turboslide export, revision 9, native mode</dc:subject>
  <dc:creator>Turboslide</dc:creator>
  <cp:lastModifiedBy>Turboslide</cp:lastModifiedBy>
  <cp:revision>1</cp:revision>
  <dcterms:created xsi:type="dcterms:W3CDTF">2026-09-19T00:13:39Z</dcterms:created>
  <dcterms:modified xsi:type="dcterms:W3CDTF">2026-09-19T00:13:39Z</dcterms:modified>
</cp:coreProperties>
</file>