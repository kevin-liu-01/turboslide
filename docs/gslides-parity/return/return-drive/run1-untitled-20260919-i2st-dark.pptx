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urn dr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484245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Return drive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51475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Return drive</a:t>
            </a:r>
            <a:endParaRPr lang="en-US" sz="52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03</a:t>
            </a:r>
            <a:endParaRPr lang="en-US" sz="780" dirty="0"/>
          </a:p>
        </p:txBody>
      </p:sp>
      <p:pic>
        <p:nvPicPr>
          <p:cNvPr id="4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8412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split-1#title" hidden="1"/>
          <p:cNvSpPr txBox="1">
            <a:spLocks noGrp="1"/>
          </p:cNvSpPr>
          <p:nvPr>
            <p:ph type="title"/>
          </p:nvPr>
        </p:nvSpPr>
        <p:spPr>
          <a:xfrm>
            <a:off x="1173480" y="1108710"/>
            <a:ext cx="2926080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/>
              </a:rPr>
              <a:t>Slide 2</a:t>
            </a:r>
            <a:endParaRPr lang="en-US" sz="1320" dirty="0"/>
          </a:p>
        </p:txBody>
      </p:sp>
      <p:sp>
        <p:nvSpPr>
          <p:cNvPr id="2" name="ts:split-1#box"/>
          <p:cNvSpPr/>
          <p:nvPr/>
        </p:nvSpPr>
        <p:spPr>
          <a:xfrm>
            <a:off x="1047750" y="986790"/>
            <a:ext cx="3177540" cy="502920"/>
          </a:xfrm>
          <a:prstGeom prst="rect">
            <a:avLst/>
          </a:prstGeom>
          <a:ln w="7620">
            <a:solidFill>
              <a:srgbClr val="3B3B3A"/>
            </a:solidFill>
            <a:prstDash val="solid"/>
          </a:ln>
        </p:spPr>
      </p:sp>
      <p:sp>
        <p:nvSpPr>
          <p:cNvPr id="3" name="ts:split-1#box/text"/>
          <p:cNvSpPr txBox="1"/>
          <p:nvPr/>
        </p:nvSpPr>
        <p:spPr>
          <a:xfrm>
            <a:off x="1173480" y="1074428"/>
            <a:ext cx="294436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box.</a:t>
            </a:r>
            <a:endParaRPr lang="en-US" sz="1320" dirty="0"/>
          </a:p>
        </p:txBody>
      </p:sp>
      <p:sp>
        <p:nvSpPr>
          <p:cNvPr id="4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03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split-2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Slide 3</a:t>
            </a:r>
            <a:endParaRPr lang="en-US" sz="2640" dirty="0"/>
          </a:p>
        </p:txBody>
      </p:sp>
      <p:graphicFrame>
        <p:nvGraphicFramePr>
          <p:cNvPr id="4" name="ts:split-2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8400" y="2209800"/>
          <a:ext cx="7315200" cy="243078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215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5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2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03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Return drive</vt:lpstr>
      <vt:lpstr>Slide 2</vt:lpstr>
      <vt:lpstr>Slide 3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 d (dark)</dc:title>
  <dc:subject>Turboslide export, revision 6, native mode</dc:subject>
  <dc:creator>Turboslide</dc:creator>
  <cp:lastModifiedBy>Turboslide</cp:lastModifiedBy>
  <cp:revision>1</cp:revision>
  <dcterms:created xsi:type="dcterms:W3CDTF">2026-09-19T00:10:23Z</dcterms:created>
  <dcterms:modified xsi:type="dcterms:W3CDTF">2026-09-19T00:10:23Z</dcterms:modified>
</cp:coreProperties>
</file>