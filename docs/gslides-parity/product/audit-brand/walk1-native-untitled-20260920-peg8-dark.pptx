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me Q4 pitch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340532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Acme Q4 pitch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371042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Acme Q4 pitch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196115"/>
            <a:ext cx="688726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Localization for every product surface.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02</a:t>
            </a:r>
            <a:endParaRPr lang="en-US" sz="780" dirty="0"/>
          </a:p>
        </p:txBody>
      </p:sp>
      <p:pic>
        <p:nvPicPr>
          <p:cNvPr id="5" name="ts:title#mark:1" descr="mark (bloc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1680" y="594360"/>
            <a:ext cx="1005840" cy="640080"/>
          </a:xfrm>
          <a:prstGeom prst="rect">
            <a:avLst/>
          </a:prstGeom>
        </p:spPr>
      </p:pic>
      <p:pic>
        <p:nvPicPr>
          <p:cNvPr id="6" name="ts:title#shot:2" descr="shot (block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97536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title-1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Slide 2</a:t>
            </a:r>
            <a:endParaRPr lang="en-US" sz="2640" dirty="0"/>
          </a:p>
        </p:txBody>
      </p:sp>
      <p:sp>
        <p:nvSpPr>
          <p:cNvPr id="2" name="ts:title-1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02</a:t>
            </a:r>
            <a:endParaRPr lang="en-US" sz="780" dirty="0"/>
          </a:p>
        </p:txBody>
      </p:sp>
      <p:pic>
        <p:nvPicPr>
          <p:cNvPr id="3" name="ts:title-1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926080"/>
            <a:ext cx="100584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Acme Q4 pitch</vt:lpstr>
      <vt:lpstr>Slide 2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Q4 pitch (dark)</dc:title>
  <dc:subject>Turboslide export, revision 11, native mode</dc:subject>
  <dc:creator>Turboslide</dc:creator>
  <cp:lastModifiedBy>Turboslide</cp:lastModifiedBy>
  <cp:revision>1</cp:revision>
  <dcterms:created xsi:type="dcterms:W3CDTF">2026-09-20T01:26:13Z</dcterms:created>
  <dcterms:modified xsi:type="dcterms:W3CDTF">2026-09-20T01:26:13Z</dcterms:modified>
</cp:coreProperties>
</file>